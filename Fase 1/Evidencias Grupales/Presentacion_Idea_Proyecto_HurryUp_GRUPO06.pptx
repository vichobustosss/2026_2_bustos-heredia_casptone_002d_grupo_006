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e52dc2e6140d2" /><Relationship Type="http://schemas.openxmlformats.org/officeDocument/2006/relationships/extended-properties" Target="/docProps/app.xml" Id="Re2f9c28e70aa4f9a" /><Relationship Type="http://schemas.openxmlformats.org/officeDocument/2006/relationships/officeDocument" Target="/ppt/presentation.xml" Id="Rf90862bf5dda44b6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ff6183fdca2d4ba1"/>
  </p:sldMasterIdLst>
  <p:notesMasterIdLst>
    <p:notesMasterId xmlns:r="http://schemas.openxmlformats.org/officeDocument/2006/relationships" r:id="R0138bbac7ea640d2"/>
  </p:notesMasterIdLst>
  <p:sldIdLst>
    <p:sldId xmlns:r="http://schemas.openxmlformats.org/officeDocument/2006/relationships" id="256" r:id="Raae41ce9e1cc4938"/>
    <p:sldId xmlns:r="http://schemas.openxmlformats.org/officeDocument/2006/relationships" id="257" r:id="R2da9282facc546e4"/>
    <p:sldId xmlns:r="http://schemas.openxmlformats.org/officeDocument/2006/relationships" id="258" r:id="R1e45b12e2b0e47a6"/>
    <p:sldId xmlns:r="http://schemas.openxmlformats.org/officeDocument/2006/relationships" id="259" r:id="Rcdaa0ae65c3d4947"/>
    <p:sldId xmlns:r="http://schemas.openxmlformats.org/officeDocument/2006/relationships" id="260" r:id="Rdaf4fbaeff974b4c"/>
    <p:sldId xmlns:r="http://schemas.openxmlformats.org/officeDocument/2006/relationships" id="261" r:id="Re72b4230838a4a74"/>
    <p:sldId xmlns:r="http://schemas.openxmlformats.org/officeDocument/2006/relationships" id="262" r:id="Rf478e66a02bf4a7b"/>
    <p:sldId xmlns:r="http://schemas.openxmlformats.org/officeDocument/2006/relationships" id="263" r:id="R7f20e16a6aa1457d"/>
    <p:sldId xmlns:r="http://schemas.openxmlformats.org/officeDocument/2006/relationships" id="264" r:id="R233044514fcd4faa"/>
    <p:sldId xmlns:r="http://schemas.openxmlformats.org/officeDocument/2006/relationships" id="265" r:id="R899620993707416f"/>
    <p:sldId xmlns:r="http://schemas.openxmlformats.org/officeDocument/2006/relationships" id="266" r:id="R6ca73a6ae6c24a51"/>
    <p:sldId xmlns:r="http://schemas.openxmlformats.org/officeDocument/2006/relationships" id="267" r:id="Rf6e95f29032a4c89"/>
    <p:sldId xmlns:r="http://schemas.openxmlformats.org/officeDocument/2006/relationships" id="268" r:id="Rc521eba4a0e34c71"/>
    <p:sldId xmlns:r="http://schemas.openxmlformats.org/officeDocument/2006/relationships" id="269" r:id="Rbb9af6fd55ec4191"/>
    <p:sldId xmlns:r="http://schemas.openxmlformats.org/officeDocument/2006/relationships" id="270" r:id="Rf03ef49c8aa64e01"/>
    <p:sldId xmlns:r="http://schemas.openxmlformats.org/officeDocument/2006/relationships" id="271" r:id="R341315d661f24ebf"/>
    <p:sldId xmlns:r="http://schemas.openxmlformats.org/officeDocument/2006/relationships" id="272" r:id="R0a38fc1b6db047fa"/>
    <p:sldId xmlns:r="http://schemas.openxmlformats.org/officeDocument/2006/relationships" id="273" r:id="R147b72aa6b42437c"/>
    <p:sldId xmlns:r="http://schemas.openxmlformats.org/officeDocument/2006/relationships" id="274" r:id="R1252b9cbbadc45a7"/>
    <p:sldId xmlns:r="http://schemas.openxmlformats.org/officeDocument/2006/relationships" id="275" r:id="R4d86faec35834097"/>
    <p:sldId xmlns:r="http://schemas.openxmlformats.org/officeDocument/2006/relationships" id="276" r:id="Rab68bf4e2ea743d3"/>
    <p:sldId xmlns:r="http://schemas.openxmlformats.org/officeDocument/2006/relationships" id="277" r:id="Rd26aeb637877498f"/>
    <p:sldId xmlns:r="http://schemas.openxmlformats.org/officeDocument/2006/relationships" id="278" r:id="R6887276e41be4d2a"/>
    <p:sldId xmlns:r="http://schemas.openxmlformats.org/officeDocument/2006/relationships" id="279" r:id="R2c486f059e814eae"/>
    <p:sldId xmlns:r="http://schemas.openxmlformats.org/officeDocument/2006/relationships" id="280" r:id="Re4403f21451d4a2f"/>
    <p:sldId xmlns:r="http://schemas.openxmlformats.org/officeDocument/2006/relationships" id="281" r:id="R14bc11e3cdfd413e"/>
    <p:sldId xmlns:r="http://schemas.openxmlformats.org/officeDocument/2006/relationships" id="282" r:id="R50b3e52e67e04da3"/>
    <p:sldId xmlns:r="http://schemas.openxmlformats.org/officeDocument/2006/relationships" id="283" r:id="Re9f19946b56a44a7"/>
    <p:sldId xmlns:r="http://schemas.openxmlformats.org/officeDocument/2006/relationships" id="284" r:id="R7a88994c66094daf"/>
    <p:sldId xmlns:r="http://schemas.openxmlformats.org/officeDocument/2006/relationships" id="285" r:id="R5e8b7436f141422c"/>
    <p:sldId xmlns:r="http://schemas.openxmlformats.org/officeDocument/2006/relationships" id="286" r:id="R2f300dc7afb3476c"/>
    <p:sldId xmlns:r="http://schemas.openxmlformats.org/officeDocument/2006/relationships" id="287" r:id="R89e3a55b1a224f85"/>
  </p:sldIdLst>
  <p:sldSz cx="9144000" cy="6858000"/>
  <p:notesSz cx="6858000" cy="9144000"/>
  <p:embeddedFontLst>
    <p:embeddedFont>
      <p:font typeface="Bebas Neue"/>
      <p:regular xmlns:r="http://schemas.openxmlformats.org/officeDocument/2006/relationships" r:id="R762fc980298f4c65"/>
    </p:embeddedFont>
    <p:embeddedFont>
      <p:font typeface="Franklin Gothic"/>
      <p:regular xmlns:r="http://schemas.openxmlformats.org/officeDocument/2006/relationships" r:id="R8adc55806e624a83"/>
      <p:bold xmlns:r="http://schemas.openxmlformats.org/officeDocument/2006/relationships" r:id="R45faeef5f237438f"/>
      <p:italic xmlns:r="http://schemas.openxmlformats.org/officeDocument/2006/relationships" r:id="Rb5f5e2fe71884db2"/>
      <p:boldItalic xmlns:r="http://schemas.openxmlformats.org/officeDocument/2006/relationships" r:id="Rcc0e778652b6488f"/>
    </p:embeddedFont>
    <p:embeddedFont>
      <p:font typeface="Roboto Condensed"/>
      <p:regular xmlns:r="http://schemas.openxmlformats.org/officeDocument/2006/relationships" r:id="R7ade0ac542e14ac5"/>
      <p:bold xmlns:r="http://schemas.openxmlformats.org/officeDocument/2006/relationships" r:id="R1162c12535b945c7"/>
      <p:italic xmlns:r="http://schemas.openxmlformats.org/officeDocument/2006/relationships" r:id="Rff293c6a21b94939"/>
      <p:boldItalic xmlns:r="http://schemas.openxmlformats.org/officeDocument/2006/relationships" r:id="R41c83a79cf92490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894aa60714c8e" /><Relationship Type="http://schemas.openxmlformats.org/officeDocument/2006/relationships/slideMaster" Target="/ppt/slideMasters/slideMaster1.xml" Id="Rff6183fdca2d4ba1" /><Relationship Type="http://schemas.openxmlformats.org/officeDocument/2006/relationships/notesMaster" Target="/ppt/notesMasters/notesMaster1.xml" Id="R0138bbac7ea640d2" /><Relationship Type="http://schemas.openxmlformats.org/officeDocument/2006/relationships/presProps" Target="/ppt/presProps.xml" Id="R5bea45dad0824d53" /><Relationship Type="http://schemas.openxmlformats.org/officeDocument/2006/relationships/viewProps" Target="/ppt/viewProps.xml" Id="R96ccc77a04664a5f" /><Relationship Type="http://schemas.openxmlformats.org/officeDocument/2006/relationships/tableStyles" Target="/ppt/tableStyles.xml" Id="Re003be1d6c8649ec" /><Relationship Type="http://schemas.openxmlformats.org/officeDocument/2006/relationships/font" Target="/ppt/fonts/font.dat" Id="R762fc980298f4c65" /><Relationship Type="http://schemas.openxmlformats.org/officeDocument/2006/relationships/font" Target="/ppt/fonts/font2.dat" Id="R8adc55806e624a83" /><Relationship Type="http://schemas.openxmlformats.org/officeDocument/2006/relationships/font" Target="/ppt/fonts/font3.dat" Id="R45faeef5f237438f" /><Relationship Type="http://schemas.openxmlformats.org/officeDocument/2006/relationships/font" Target="/ppt/fonts/font4.dat" Id="Rb5f5e2fe71884db2" /><Relationship Type="http://schemas.openxmlformats.org/officeDocument/2006/relationships/font" Target="/ppt/fonts/font5.dat" Id="Rcc0e778652b6488f" /><Relationship Type="http://schemas.openxmlformats.org/officeDocument/2006/relationships/font" Target="/ppt/fonts/font6.dat" Id="R7ade0ac542e14ac5" /><Relationship Type="http://schemas.openxmlformats.org/officeDocument/2006/relationships/font" Target="/ppt/fonts/font7.dat" Id="R1162c12535b945c7" /><Relationship Type="http://schemas.openxmlformats.org/officeDocument/2006/relationships/font" Target="/ppt/fonts/font8.dat" Id="Rff293c6a21b94939" /><Relationship Type="http://schemas.openxmlformats.org/officeDocument/2006/relationships/font" Target="/ppt/fonts/font9.dat" Id="R41c83a79cf924908" /><Relationship Type="http://schemas.openxmlformats.org/officeDocument/2006/relationships/slide" Target="/ppt/slides/slide1.xml" Id="Raae41ce9e1cc4938" /><Relationship Type="http://schemas.openxmlformats.org/officeDocument/2006/relationships/slide" Target="/ppt/slides/slide2.xml" Id="R2da9282facc546e4" /><Relationship Type="http://schemas.openxmlformats.org/officeDocument/2006/relationships/slide" Target="/ppt/slides/slide3.xml" Id="R1e45b12e2b0e47a6" /><Relationship Type="http://schemas.openxmlformats.org/officeDocument/2006/relationships/slide" Target="/ppt/slides/slide4.xml" Id="Rcdaa0ae65c3d4947" /><Relationship Type="http://schemas.openxmlformats.org/officeDocument/2006/relationships/slide" Target="/ppt/slides/slide5.xml" Id="Rdaf4fbaeff974b4c" /><Relationship Type="http://schemas.openxmlformats.org/officeDocument/2006/relationships/slide" Target="/ppt/slides/slide6.xml" Id="Re72b4230838a4a74" /><Relationship Type="http://schemas.openxmlformats.org/officeDocument/2006/relationships/slide" Target="/ppt/slides/slide7.xml" Id="Rf478e66a02bf4a7b" /><Relationship Type="http://schemas.openxmlformats.org/officeDocument/2006/relationships/slide" Target="/ppt/slides/slide8.xml" Id="R7f20e16a6aa1457d" /><Relationship Type="http://schemas.openxmlformats.org/officeDocument/2006/relationships/slide" Target="/ppt/slides/slide9.xml" Id="R233044514fcd4faa" /><Relationship Type="http://schemas.openxmlformats.org/officeDocument/2006/relationships/slide" Target="/ppt/slides/slide10.xml" Id="R899620993707416f" /><Relationship Type="http://schemas.openxmlformats.org/officeDocument/2006/relationships/slide" Target="/ppt/slides/slide11.xml" Id="R6ca73a6ae6c24a51" /><Relationship Type="http://schemas.openxmlformats.org/officeDocument/2006/relationships/slide" Target="/ppt/slides/slide12.xml" Id="Rf6e95f29032a4c89" /><Relationship Type="http://schemas.openxmlformats.org/officeDocument/2006/relationships/slide" Target="/ppt/slides/slide13.xml" Id="Rc521eba4a0e34c71" /><Relationship Type="http://schemas.openxmlformats.org/officeDocument/2006/relationships/slide" Target="/ppt/slides/slide14.xml" Id="Rbb9af6fd55ec4191" /><Relationship Type="http://schemas.openxmlformats.org/officeDocument/2006/relationships/slide" Target="/ppt/slides/slide15.xml" Id="Rf03ef49c8aa64e01" /><Relationship Type="http://schemas.openxmlformats.org/officeDocument/2006/relationships/slide" Target="/ppt/slides/slide16.xml" Id="R341315d661f24ebf" /><Relationship Type="http://schemas.openxmlformats.org/officeDocument/2006/relationships/slide" Target="/ppt/slides/slide17.xml" Id="R0a38fc1b6db047fa" /><Relationship Type="http://schemas.openxmlformats.org/officeDocument/2006/relationships/slide" Target="/ppt/slides/slide18.xml" Id="R147b72aa6b42437c" /><Relationship Type="http://schemas.openxmlformats.org/officeDocument/2006/relationships/slide" Target="/ppt/slides/slide19.xml" Id="R1252b9cbbadc45a7" /><Relationship Type="http://schemas.openxmlformats.org/officeDocument/2006/relationships/slide" Target="/ppt/slides/slide20.xml" Id="R4d86faec35834097" /><Relationship Type="http://schemas.openxmlformats.org/officeDocument/2006/relationships/slide" Target="/ppt/slides/slide21.xml" Id="Rab68bf4e2ea743d3" /><Relationship Type="http://schemas.openxmlformats.org/officeDocument/2006/relationships/slide" Target="/ppt/slides/slide22.xml" Id="Rd26aeb637877498f" /><Relationship Type="http://schemas.openxmlformats.org/officeDocument/2006/relationships/slide" Target="/ppt/slides/slide23.xml" Id="R6887276e41be4d2a" /><Relationship Type="http://schemas.openxmlformats.org/officeDocument/2006/relationships/slide" Target="/ppt/slides/slide24.xml" Id="R2c486f059e814eae" /><Relationship Type="http://schemas.openxmlformats.org/officeDocument/2006/relationships/slide" Target="/ppt/slides/slide25.xml" Id="Re4403f21451d4a2f" /><Relationship Type="http://schemas.openxmlformats.org/officeDocument/2006/relationships/slide" Target="/ppt/slides/slide26.xml" Id="R14bc11e3cdfd413e" /><Relationship Type="http://schemas.openxmlformats.org/officeDocument/2006/relationships/slide" Target="/ppt/slides/slide27.xml" Id="R50b3e52e67e04da3" /><Relationship Type="http://schemas.openxmlformats.org/officeDocument/2006/relationships/slide" Target="/ppt/slides/slide28.xml" Id="Re9f19946b56a44a7" /><Relationship Type="http://schemas.openxmlformats.org/officeDocument/2006/relationships/slide" Target="/ppt/slides/slide29.xml" Id="R7a88994c66094daf" /><Relationship Type="http://schemas.openxmlformats.org/officeDocument/2006/relationships/slide" Target="/ppt/slides/slide30.xml" Id="R5e8b7436f141422c" /><Relationship Type="http://schemas.openxmlformats.org/officeDocument/2006/relationships/slide" Target="/ppt/slides/slide31.xml" Id="R2f300dc7afb3476c" /><Relationship Type="http://schemas.openxmlformats.org/officeDocument/2006/relationships/slide" Target="/ppt/slides/slide32.xml" Id="R89e3a55b1a22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8adc917c4447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UOC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28348b4b64664" /><Relationship Type="http://schemas.openxmlformats.org/officeDocument/2006/relationships/notesMaster" Target="/ppt/notesMasters/notesMaster1.xml" Id="R01e1cbc3036d45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1f24f7690d4246" /><Relationship Type="http://schemas.openxmlformats.org/officeDocument/2006/relationships/notesMaster" Target="/ppt/notesMasters/notesMaster1.xml" Id="R094945bfe0f7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813039548e427b" /><Relationship Type="http://schemas.openxmlformats.org/officeDocument/2006/relationships/notesMaster" Target="/ppt/notesMasters/notesMaster1.xml" Id="R28704d8759cd40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ebcea3cd614eca" /><Relationship Type="http://schemas.openxmlformats.org/officeDocument/2006/relationships/notesMaster" Target="/ppt/notesMasters/notesMaster1.xml" Id="Rb660d42881b149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20e25274d46dd" /><Relationship Type="http://schemas.openxmlformats.org/officeDocument/2006/relationships/notesMaster" Target="/ppt/notesMasters/notesMaster1.xml" Id="Rea9ee0569d4c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1d9ac792504dfa" /><Relationship Type="http://schemas.openxmlformats.org/officeDocument/2006/relationships/notesMaster" Target="/ppt/notesMasters/notesMaster1.xml" Id="R596321e60e9949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03b709bcd14745" /><Relationship Type="http://schemas.openxmlformats.org/officeDocument/2006/relationships/notesMaster" Target="/ppt/notesMasters/notesMaster1.xml" Id="Rad4a7de1464549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85036dd7cd42d2" /><Relationship Type="http://schemas.openxmlformats.org/officeDocument/2006/relationships/notesMaster" Target="/ppt/notesMasters/notesMaster1.xml" Id="R2fbcc5985d774d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d0f46d5522490e" /><Relationship Type="http://schemas.openxmlformats.org/officeDocument/2006/relationships/notesMaster" Target="/ppt/notesMasters/notesMaster1.xml" Id="Rdf11ff82e4ff47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56c8911c6e405d" /><Relationship Type="http://schemas.openxmlformats.org/officeDocument/2006/relationships/notesMaster" Target="/ppt/notesMasters/notesMaster1.xml" Id="R5577e57a59414c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2a5a874f8e47d0" /><Relationship Type="http://schemas.openxmlformats.org/officeDocument/2006/relationships/notesMaster" Target="/ppt/notesMasters/notesMaster1.xml" Id="R06b50a64e9844b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b5f3797f604b60" /><Relationship Type="http://schemas.openxmlformats.org/officeDocument/2006/relationships/notesMaster" Target="/ppt/notesMasters/notesMaster1.xml" Id="Rb016cd34e07a44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a019eb62c547a1" /><Relationship Type="http://schemas.openxmlformats.org/officeDocument/2006/relationships/notesMaster" Target="/ppt/notesMasters/notesMaster1.xml" Id="R04e4a10b37d740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97b348743d405b" /><Relationship Type="http://schemas.openxmlformats.org/officeDocument/2006/relationships/notesMaster" Target="/ppt/notesMasters/notesMaster1.xml" Id="Ra861d20544304a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8117a6658140aa" /><Relationship Type="http://schemas.openxmlformats.org/officeDocument/2006/relationships/notesMaster" Target="/ppt/notesMasters/notesMaster1.xml" Id="R50c93221273346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32c0636113486e" /><Relationship Type="http://schemas.openxmlformats.org/officeDocument/2006/relationships/notesMaster" Target="/ppt/notesMasters/notesMaster1.xml" Id="Rdff90d2afaf543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8c00ab85f44f39" /><Relationship Type="http://schemas.openxmlformats.org/officeDocument/2006/relationships/notesMaster" Target="/ppt/notesMasters/notesMaster1.xml" Id="R6bb9ad56a1ea4f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fa207039754fc1" /><Relationship Type="http://schemas.openxmlformats.org/officeDocument/2006/relationships/notesMaster" Target="/ppt/notesMasters/notesMaster1.xml" Id="R5fcf211af7ed42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eafef20de24610" /><Relationship Type="http://schemas.openxmlformats.org/officeDocument/2006/relationships/notesMaster" Target="/ppt/notesMasters/notesMaster1.xml" Id="Rea63eba63e364d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1aab8004f144ea" /><Relationship Type="http://schemas.openxmlformats.org/officeDocument/2006/relationships/notesMaster" Target="/ppt/notesMasters/notesMaster1.xml" Id="R8db2769333854d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a8668171894027" /><Relationship Type="http://schemas.openxmlformats.org/officeDocument/2006/relationships/notesMaster" Target="/ppt/notesMasters/notesMaster1.xml" Id="Rb722b41c827a4d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eeae2daefb4dfa" /><Relationship Type="http://schemas.openxmlformats.org/officeDocument/2006/relationships/notesMaster" Target="/ppt/notesMasters/notesMaster1.xml" Id="R005adeb8a4734e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a31bbf222645b1" /><Relationship Type="http://schemas.openxmlformats.org/officeDocument/2006/relationships/notesMaster" Target="/ppt/notesMasters/notesMaster1.xml" Id="Re67a7e34d7524a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aad2c9f0ff4532" /><Relationship Type="http://schemas.openxmlformats.org/officeDocument/2006/relationships/notesMaster" Target="/ppt/notesMasters/notesMaster1.xml" Id="Ra37ea5eb738c45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a736908d3e4a9b" /><Relationship Type="http://schemas.openxmlformats.org/officeDocument/2006/relationships/notesMaster" Target="/ppt/notesMasters/notesMaster1.xml" Id="R9e01755d0f1c41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1c916cd3354012" /><Relationship Type="http://schemas.openxmlformats.org/officeDocument/2006/relationships/notesMaster" Target="/ppt/notesMasters/notesMaster1.xml" Id="R2798036520cd4f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7b2668971e4c15" /><Relationship Type="http://schemas.openxmlformats.org/officeDocument/2006/relationships/notesMaster" Target="/ppt/notesMasters/notesMaster1.xml" Id="R0cbc78fa8797430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5d3899d69ce44e2" /><Relationship Type="http://schemas.openxmlformats.org/officeDocument/2006/relationships/notesMaster" Target="/ppt/notesMasters/notesMaster1.xml" Id="R4ad626895d6a49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116c0edc9a4378" /><Relationship Type="http://schemas.openxmlformats.org/officeDocument/2006/relationships/notesMaster" Target="/ppt/notesMasters/notesMaster1.xml" Id="Raf28953069b2480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4b3582fddd42bd" /><Relationship Type="http://schemas.openxmlformats.org/officeDocument/2006/relationships/notesMaster" Target="/ppt/notesMasters/notesMaster1.xml" Id="R78633c4be196412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ad4800679594b87" /><Relationship Type="http://schemas.openxmlformats.org/officeDocument/2006/relationships/notesMaster" Target="/ppt/notesMasters/notesMaster1.xml" Id="R2fdfcdb9fe084c6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8230e2e6564346" /><Relationship Type="http://schemas.openxmlformats.org/officeDocument/2006/relationships/notesMaster" Target="/ppt/notesMasters/notesMaster1.xml" Id="R08ffea8d1989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Guia_Capstone_fase_1_definicion_proyecto_apt_hurryup.docx (proporcionada por el usuario)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HurryUpLogo.png (logo oficial proporcionado por el usuario)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Plantilla_Proyecto_APT-Fase1.pptx (estructura proporcionada por el usuario)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- 7e3d82af-4392-4435-b2cb-6a1b014e6f75.png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- 122be204-7e97-4f17-bb60-dc9d847a2d7e.png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- 8d198534-bf7a-4fd5-9781-f8163cf30549.png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c200f2c5-5567-4a90-bd65-75bd4bac193f.png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- 142ca673-7667-46fb-ba21-996281598072.png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b8e30f98-57e4-4033-abcd-7187a6e426d4.png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- 9eb3245a-1f09-4368-8fee-3b03b5f45b01.png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- 5cdbe909-bdc4-459f-8df4-72738dc174e0.png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- 6f5c500a-1d01-43bd-bcb2-8d1b460392a5.png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eb24b2eb-ce0e-4005-87c1-29330af0d6b9.png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- 51e8a749-5187-41b5-8bb7-b8af52027b0b.png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b3f4a238-e93d-4d76-8903-16027e909663.png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- 0bdc4b5e-effd-4983-b8c5-bd9c4b8192d6.png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Guia_Capstone_fase_1_definicion_proyecto_apt_hurryup.docx (proporcionada por el usuario)</a:t>
            </a:r>
          </a:p>
          <a:p xmlns:a="http://schemas.openxmlformats.org/drawingml/2006/main">
            <a:r>
              <a:t>- HurryUpLogo.png (logo oficial proporcionado por el usuario)</a:t>
            </a:r>
          </a:p>
          <a:p xmlns:a="http://schemas.openxmlformats.org/drawingml/2006/main">
            <a:r>
              <a:t>- 2c54f9bc-6fc2-402f-b513-a1108c1c83ce.png (captura del sistema proporcionada por el usuario)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Guia_Capstone_fase_1_definicion_proyecto_apt_hurryup.docx (proporcionada por el usuario)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HurryUpLogo.png (logo oficial proporcionado por el usuario)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9431204194f32" /><Relationship Type="http://schemas.openxmlformats.org/officeDocument/2006/relationships/image" Target="/ppt/media/image.png" Id="Re8a2d2ed100c4a3f" /><Relationship Type="http://schemas.openxmlformats.org/officeDocument/2006/relationships/image" Target="/ppt/media/image2.png" Id="R5259bc0a8c494a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1ff7ec7ab49c7" /><Relationship Type="http://schemas.openxmlformats.org/officeDocument/2006/relationships/image" Target="/ppt/media/image3.png" Id="R02767c0fb1ce4690" /><Relationship Type="http://schemas.openxmlformats.org/officeDocument/2006/relationships/image" Target="/ppt/media/image4.png" Id="Rdd0e7716b50940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27387586c4687" /><Relationship Type="http://schemas.openxmlformats.org/officeDocument/2006/relationships/image" Target="/ppt/media/image.jpeg" Id="R6066ba51123c4a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d03e472854d47" /><Relationship Type="http://schemas.openxmlformats.org/officeDocument/2006/relationships/image" Target="/ppt/media/image.jpeg" Id="R3021d86e85fd48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129ecd39949c0" /><Relationship Type="http://schemas.openxmlformats.org/officeDocument/2006/relationships/image" Target="/ppt/media/image2.png" Id="R5c47f70b6a0b46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1f778d6e849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3e109199345f7" /><Relationship Type="http://schemas.openxmlformats.org/officeDocument/2006/relationships/image" Target="/ppt/media/image5.png" Id="R34c5921d52624642" /><Relationship Type="http://schemas.openxmlformats.org/officeDocument/2006/relationships/image" Target="/ppt/media/image2.jpeg" Id="R9eea73e5808c46f4" /></Relationships>
</file>

<file path=ppt/slideLayouts/slideLayout1.xml><?xml version="1.0" encoding="utf-8"?>
<p:sldLayout xmlns:p="http://schemas.openxmlformats.org/presentationml/2006/main" matchingName="Diapositiva de título" userDrawn="1">
  <p:cSld name="TITLE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2BC4001-6C97-4EAB-9BFF-4503665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0"/>
            <a:ext cx="4629587" cy="6858000"/>
          </a:xfrm>
          <a:custGeom xmlns:a="http://schemas.openxmlformats.org/drawingml/2006/main"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" name="Google Shape;1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a2d2ed100c4a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" y="11958"/>
            <a:ext cx="4518116" cy="6840855"/>
          </a:xfrm>
          <a:ln xmlns:a="http://schemas.openxmlformats.org/drawingml/2006/main">
            <a:noFill/>
          </a:ln>
        </p:spPr>
      </p:pic>
      <p:pic>
        <p:nvPicPr>
          <p:cNvPr id="19" name="Google Shape;12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59bc0a8c494a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90123" y="212270"/>
            <a:ext cx="3748263" cy="5862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EABFC5B-D779-4578-8C0D-34A494D3C3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84700" y="5620875"/>
            <a:ext cx="3603900" cy="87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307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182875" bIns="0" anchor="t">
            <a:noAutofit/>
          </a:bodyPr>
          <a:lstStyle xmlns:a="http://schemas.openxmlformats.org/drawingml/2006/main">
            <a:lvl1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2pPr>
            <a:lvl3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3pPr>
            <a:lvl4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4pPr>
            <a:lvl5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5pPr>
            <a:lvl6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6pPr>
            <a:lvl7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7pPr>
            <a:lvl8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8pPr>
            <a:lvl9pPr algn="r">
              <a:spcBef>
                <a:spcPts val="100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4854533-8DCC-1C49-8946-547AD8D471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93775" y="2487700"/>
            <a:ext cx="4894800" cy="289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6600">
                <a:latin typeface="Calibri"/>
                <a:ea typeface="Calibri"/>
                <a:cs typeface="Calibri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Encabezado de sección 1">
  <p:cSld name="TITLE_4_1_1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Google Shape;16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767c0fb1ce46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77307" y="186298"/>
            <a:ext cx="3812148" cy="60130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AAE11C58-773E-4689-8ADE-D6FF9E5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0">
            <a:off x="0" y="-124"/>
            <a:ext cx="4853665" cy="5740374"/>
          </a:xfrm>
          <a:custGeom xmlns:a="http://schemas.openxmlformats.org/drawingml/2006/main">
            <a:rect l="l" t="t" r="r" b="b"/>
            <a:pathLst>
              <a:path w="5389868" h="6374535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6" name="Google Shape;20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0e7716b50940e9">
            <a:alphaModFix/>
          </a:blip>
          <a:srcRect xmlns:a="http://schemas.openxmlformats.org/drawingml/2006/main" l="9870" t="0" r="6482" b="0"/>
          <a:stretch xmlns:a="http://schemas.openxmlformats.org/drawingml/2006/main"/>
        </p:blipFill>
        <p:spPr>
          <a:xfrm xmlns:a="http://schemas.openxmlformats.org/drawingml/2006/main" rot="0" flipH="0" flipV="0">
            <a:off x="1" y="9"/>
            <a:ext cx="4713771" cy="5592774"/>
          </a:xfrm>
          <a:ln xmlns:a="http://schemas.openxmlformats.org/drawingml/2006/main">
            <a:noFill/>
          </a:ln>
        </p:spPr>
      </p:pic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253EEDB5-E942-4FD8-88CC-68230223D7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04575" y="3476150"/>
            <a:ext cx="5995800" cy="16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3075">
              <a:alpha val="6429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5400">
                <a:latin typeface="Calibri"/>
                <a:ea typeface="Calibri"/>
                <a:cs typeface="Calibri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ítulo y objetos 1" preserve="1">
  <p:cSld name="Título y objetos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4">
            <a:extLst xmlns:a="http://schemas.openxmlformats.org/drawingml/2006/main">
              <a:ext uri="{FF2B5EF4-FFF2-40B4-BE49-F238E27FC236}">
                <a16:creationId xmlns:a16="http://schemas.microsoft.com/office/drawing/2014/main" id="{E8377B7F-65DE-443C-834B-F9C156C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75" y="212725"/>
            <a:ext cx="4806374" cy="813000"/>
          </a:xfrm>
          <a:prstGeom xmlns:a="http://schemas.openxmlformats.org/drawingml/2006/main" prst="parallelogram">
            <a:avLst>
              <a:gd name="adj" fmla="val 45310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bas Neue"/>
              <a:ea typeface="Bebas Neue"/>
              <a:cs typeface="Bebas Neue"/>
            </a:endParaRPr>
          </a:p>
        </p:txBody>
      </p:sp>
      <p:sp>
        <p:nvSpPr>
          <p:cNvPr id="85" name="Google Shape;85;p14">
            <a:extLst xmlns:a="http://schemas.openxmlformats.org/drawingml/2006/main">
              <a:ext uri="{FF2B5EF4-FFF2-40B4-BE49-F238E27FC236}">
                <a16:creationId xmlns:a16="http://schemas.microsoft.com/office/drawing/2014/main" id="{C66E57A3-2AD0-47C5-BA28-5D55216C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50" y="212725"/>
            <a:ext cx="903600" cy="813000"/>
          </a:xfrm>
          <a:prstGeom xmlns:a="http://schemas.openxmlformats.org/drawingml/2006/main" prst="parallelogram">
            <a:avLst>
              <a:gd name="adj" fmla="val 45310"/>
            </a:avLst>
          </a:prstGeom>
          <a:solidFill xmlns:a="http://schemas.openxmlformats.org/drawingml/2006/main">
            <a:srgbClr val="8189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>
            <a:extLst xmlns:a="http://schemas.openxmlformats.org/drawingml/2006/main">
              <a:ext uri="{FF2B5EF4-FFF2-40B4-BE49-F238E27FC236}">
                <a16:creationId xmlns:a16="http://schemas.microsoft.com/office/drawing/2014/main" id="{DC380AB2-78F5-468F-8FCE-5502D82B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22" y="212725"/>
            <a:ext cx="903600" cy="813000"/>
          </a:xfrm>
          <a:prstGeom xmlns:a="http://schemas.openxmlformats.org/drawingml/2006/main" prst="parallelogram">
            <a:avLst>
              <a:gd name="adj" fmla="val 45310"/>
            </a:avLst>
          </a:prstGeom>
          <a:gradFill xmlns:a="http://schemas.openxmlformats.org/drawingml/2006/main"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48513E8C-784F-43BD-8DBB-8DA891ECE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63699" y="212725"/>
            <a:ext cx="4288185" cy="8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96" name="Google Shape;8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6ba51123c4ab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9349" y="389413"/>
            <a:ext cx="2746703" cy="459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" name="Google Shape;90;p14">
            <a:extLst xmlns:a="http://schemas.openxmlformats.org/drawingml/2006/main">
              <a:ext uri="{FF2B5EF4-FFF2-40B4-BE49-F238E27FC236}">
                <a16:creationId xmlns:a16="http://schemas.microsoft.com/office/drawing/2014/main" id="{96B13D58-5D5F-4D94-AA33-03F068AA0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4150" y="1218600"/>
            <a:ext cx="8555700" cy="513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cap="none">
                <a:solidFill>
                  <a:srgbClr val="818990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3pPr>
            <a:lvl4pPr marL="18288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4pPr>
            <a:lvl5pPr marL="2286000" marR="0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5pPr>
            <a:lvl6pPr marL="2743200" marR="0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6pPr>
            <a:lvl7pPr marL="3200400" marR="0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7pPr>
            <a:lvl8pPr marL="3657600" marR="0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8pPr>
            <a:lvl9pPr marL="4114800" marR="0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B5789D4-A1BB-0442-8135-68C7C82B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356351"/>
            <a:ext cx="20574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ítulo y objetos 3" userDrawn="1">
  <p:cSld name="OBJEC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6">
            <a:extLst xmlns:a="http://schemas.openxmlformats.org/drawingml/2006/main">
              <a:ext uri="{FF2B5EF4-FFF2-40B4-BE49-F238E27FC236}">
                <a16:creationId xmlns:a16="http://schemas.microsoft.com/office/drawing/2014/main" id="{0CAA9E6D-A3D1-4DBA-BA91-65277E2E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50" y="212725"/>
            <a:ext cx="903600" cy="813000"/>
          </a:xfrm>
          <a:prstGeom xmlns:a="http://schemas.openxmlformats.org/drawingml/2006/main" prst="parallelogram">
            <a:avLst>
              <a:gd name="adj" fmla="val 45310"/>
            </a:avLst>
          </a:prstGeom>
          <a:solidFill xmlns:a="http://schemas.openxmlformats.org/drawingml/2006/main">
            <a:srgbClr val="70278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EB08C7B1-74A8-412F-B7BF-D203F99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22" y="212725"/>
            <a:ext cx="903600" cy="813000"/>
          </a:xfrm>
          <a:prstGeom xmlns:a="http://schemas.openxmlformats.org/drawingml/2006/main" prst="parallelogram">
            <a:avLst>
              <a:gd name="adj" fmla="val 45310"/>
            </a:avLst>
          </a:prstGeom>
          <a:gradFill xmlns:a="http://schemas.openxmlformats.org/drawingml/2006/main"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05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1d86e85fd48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9349" y="389413"/>
            <a:ext cx="2746703" cy="459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48781635-012A-4F51-9F61-5F133ED5B3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4150" y="1218600"/>
            <a:ext cx="8555700" cy="513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cap="none">
                <a:solidFill>
                  <a:srgbClr val="818990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3pPr>
            <a:lvl4pPr marL="18288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4pPr>
            <a:lvl5pPr marL="2286000" marR="0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5pPr>
            <a:lvl6pPr marL="2743200" marR="0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6pPr>
            <a:lvl7pPr marL="3200400" marR="0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7pPr>
            <a:lvl8pPr marL="3657600" marR="0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8pPr>
            <a:lvl9pPr marL="4114800" marR="0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84;p14">
            <a:extLst xmlns:a="http://schemas.openxmlformats.org/drawingml/2006/main">
              <a:ext uri="{FF2B5EF4-FFF2-40B4-BE49-F238E27FC236}">
                <a16:creationId xmlns:a16="http://schemas.microsoft.com/office/drawing/2014/main" id="{BB89A5F1-01F7-AA47-B434-101A27DE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75" y="212725"/>
            <a:ext cx="4806374" cy="813000"/>
          </a:xfrm>
          <a:prstGeom xmlns:a="http://schemas.openxmlformats.org/drawingml/2006/main" prst="parallelogram">
            <a:avLst>
              <a:gd name="adj" fmla="val 45310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bas Neue"/>
              <a:ea typeface="Bebas Neue"/>
              <a:cs typeface="Bebas Neue"/>
            </a:endParaRPr>
          </a:p>
        </p:txBody>
      </p:sp>
      <p:sp>
        <p:nvSpPr>
          <p:cNvPr id="10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8DC17925-3C94-8F46-871B-B63E680B4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63699" y="212725"/>
            <a:ext cx="4288185" cy="8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C188FE6-8EF7-F044-9027-21CDC30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356351"/>
            <a:ext cx="20574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Diseño personalizado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EC7D9485-9D22-5647-86A2-61337F2EBD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560387" y="2634922"/>
            <a:ext cx="8023225" cy="227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50800" indent="0" algn="ctr">
              <a:buNone/>
              <a:defRPr sz="4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18" name="Google Shape;12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47f70b6a0b46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79349" y="392750"/>
            <a:ext cx="2759037" cy="459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A2F63D34-FBAE-5442-A997-D0933D82866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60387" y="1632286"/>
            <a:ext cx="8023225" cy="6657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>
            <a:lvl1pPr marL="50800" indent="0" algn="ctr">
              <a:buNone/>
              <a:defRPr sz="2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1" name="Google Shape;165;p24">
            <a:extLst xmlns:a="http://schemas.openxmlformats.org/drawingml/2006/main">
              <a:ext uri="{FF2B5EF4-FFF2-40B4-BE49-F238E27FC236}">
                <a16:creationId xmlns:a16="http://schemas.microsoft.com/office/drawing/2014/main" id="{ED241A5B-D2F8-1D45-8F9D-D1D4B48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50" y="212725"/>
            <a:ext cx="903600" cy="813000"/>
          </a:xfrm>
          <a:prstGeom xmlns:a="http://schemas.openxmlformats.org/drawingml/2006/main" prst="parallelogram">
            <a:avLst>
              <a:gd name="adj" fmla="val 4531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66;p24">
            <a:extLst xmlns:a="http://schemas.openxmlformats.org/drawingml/2006/main">
              <a:ext uri="{FF2B5EF4-FFF2-40B4-BE49-F238E27FC236}">
                <a16:creationId xmlns:a16="http://schemas.microsoft.com/office/drawing/2014/main" id="{990F690A-789C-6740-B34D-11153A9B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22" y="212725"/>
            <a:ext cx="903600" cy="813000"/>
          </a:xfrm>
          <a:prstGeom xmlns:a="http://schemas.openxmlformats.org/drawingml/2006/main" prst="parallelogram">
            <a:avLst>
              <a:gd name="adj" fmla="val 45310"/>
            </a:avLst>
          </a:prstGeom>
          <a:gradFill xmlns:a="http://schemas.openxmlformats.org/drawingml/2006/main">
            <a:gsLst>
              <a:gs pos="0">
                <a:schemeClr val="bg2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4;p14">
            <a:extLst xmlns:a="http://schemas.openxmlformats.org/drawingml/2006/main">
              <a:ext uri="{FF2B5EF4-FFF2-40B4-BE49-F238E27FC236}">
                <a16:creationId xmlns:a16="http://schemas.microsoft.com/office/drawing/2014/main" id="{7FF938C0-C0B1-8543-A7DC-F3B0AA5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75" y="212725"/>
            <a:ext cx="4806374" cy="813000"/>
          </a:xfrm>
          <a:prstGeom xmlns:a="http://schemas.openxmlformats.org/drawingml/2006/main" prst="parallelogram">
            <a:avLst>
              <a:gd name="adj" fmla="val 4531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ebas Neue"/>
              <a:ea typeface="Bebas Neue"/>
              <a:cs typeface="Bebas Neue"/>
            </a:endParaRPr>
          </a:p>
        </p:txBody>
      </p:sp>
      <p:sp>
        <p:nvSpPr>
          <p:cNvPr id="15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D9228F07-B61E-0645-862B-247F10F5B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63699" y="212725"/>
            <a:ext cx="4288185" cy="8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En blanco" type="blank" preserve="1">
  <p:cSld name="1_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CAE1A83-104E-8B4E-949F-BE3A9AD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356351"/>
            <a:ext cx="20574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userDrawn="1">
  <p:cSld name="1_Sólo el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5921d5262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0483" y="6287016"/>
            <a:ext cx="1687458" cy="377364"/>
          </a:xfrm>
          <a:prstGeom xmlns:a="http://schemas.openxmlformats.org/drawingml/2006/main" prst="rect">
            <a:avLst/>
          </a:prstGeom>
        </p:spPr>
      </p:pic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82FC3C6-ED91-4A70-AB37-4E74B26B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28" y="385379"/>
            <a:ext cx="8084206" cy="700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1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24DEF79-7497-491F-90F0-261BA260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848" y="297797"/>
            <a:ext cx="1156138" cy="166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16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3AB1909B-D7B1-43A9-9B0F-657E9073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579" y="297797"/>
            <a:ext cx="1156138" cy="166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5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3D00935-054C-47CE-8112-4159A679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310" y="297797"/>
            <a:ext cx="1156138" cy="166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E8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5FCAFF15-0851-4E6D-B3A4-701EFFC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896" y="297797"/>
            <a:ext cx="1156138" cy="166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69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Imagen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a73e5808c46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828" y="6225296"/>
            <a:ext cx="1992643" cy="446269"/>
          </a:xfrm>
          <a:prstGeom xmlns:a="http://schemas.openxmlformats.org/drawingml/2006/main" prst="rect">
            <a:avLst/>
          </a:prstGeom>
        </p:spPr>
      </p:pic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31188CED-555B-42EF-BE1C-D426C4D947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Haga clic para modificar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75b752f954b4e" /><Relationship Type="http://schemas.openxmlformats.org/officeDocument/2006/relationships/slideLayout" Target="/ppt/slideLayouts/slideLayout1.xml" Id="Ree01e96e04474b32" /><Relationship Type="http://schemas.openxmlformats.org/officeDocument/2006/relationships/slideLayout" Target="/ppt/slideLayouts/slideLayout2.xml" Id="R0b71b21a8e7d4a40" /><Relationship Type="http://schemas.openxmlformats.org/officeDocument/2006/relationships/slideLayout" Target="/ppt/slideLayouts/slideLayout3.xml" Id="R777f6a3f87024af1" /><Relationship Type="http://schemas.openxmlformats.org/officeDocument/2006/relationships/slideLayout" Target="/ppt/slideLayouts/slideLayout4.xml" Id="R1432adcca3a441e4" /><Relationship Type="http://schemas.openxmlformats.org/officeDocument/2006/relationships/slideLayout" Target="/ppt/slideLayouts/slideLayout5.xml" Id="R25ad2a6f8eed446b" /><Relationship Type="http://schemas.openxmlformats.org/officeDocument/2006/relationships/slideLayout" Target="/ppt/slideLayouts/slideLayout6.xml" Id="R6fdf990a42944b25" /><Relationship Type="http://schemas.openxmlformats.org/officeDocument/2006/relationships/slideLayout" Target="/ppt/slideLayouts/slideLayout7.xml" Id="R0fb75883aa7a47c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23A79E22-CBE5-47D7-991B-D19475899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4150" y="1218600"/>
            <a:ext cx="8555700" cy="513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sz="2400" i="0" u="non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sz="2000" i="0" u="none" cap="none">
                <a:solidFill>
                  <a:srgbClr val="818990"/>
                </a:solidFill>
                <a:latin typeface="Franklin Gothic"/>
                <a:ea typeface="Franklin Gothic"/>
                <a:cs typeface="Franklin Gothic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sz="18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3pPr>
            <a:lvl4pPr marL="18288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sz="16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4pPr>
            <a:lvl5pPr marL="2286000" marR="0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5pPr>
            <a:lvl6pPr marL="2743200" marR="0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sz="12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6pPr>
            <a:lvl7pPr marL="3200400" marR="0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sz="10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7pPr>
            <a:lvl8pPr marL="3657600" marR="0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sz="8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8pPr>
            <a:lvl9pPr marL="4114800" marR="0" indent="-266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sz="600" i="0" u="none" cap="none">
                <a:solidFill>
                  <a:schemeClr val="dk2"/>
                </a:solidFill>
                <a:latin typeface="Franklin Gothic"/>
                <a:ea typeface="Franklin Gothic"/>
                <a:cs typeface="Franklin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2D2FB6B-B2C8-4B96-95F9-40B55EEA2A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915150" y="6356351"/>
            <a:ext cx="20574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2pPr>
            <a:lvl3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3pPr>
            <a:lvl4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4pPr>
            <a:lvl5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5pPr>
            <a:lvl6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6pPr>
            <a:lvl7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7pPr>
            <a:lvl8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8pPr>
            <a:lvl9pPr marL="0" marR="0" indent="0" algn="r">
              <a:spcBef>
                <a:spcPts val="0"/>
              </a:spcBef>
              <a:buNone/>
              <a:defRPr sz="1200" i="0" u="none" cap="none">
                <a:solidFill>
                  <a:srgbClr val="6C7A8A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F673C81-87CB-4F9F-A4F7-C2851EEFC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63700" y="212725"/>
            <a:ext cx="6751800" cy="8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 i="0" u="non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01e96e04474b32"/>
    <p:sldLayoutId xmlns:r="http://schemas.openxmlformats.org/officeDocument/2006/relationships" id="2147483650" r:id="R0b71b21a8e7d4a40"/>
    <p:sldLayoutId xmlns:r="http://schemas.openxmlformats.org/officeDocument/2006/relationships" id="2147483651" r:id="R777f6a3f87024af1"/>
    <p:sldLayoutId xmlns:r="http://schemas.openxmlformats.org/officeDocument/2006/relationships" id="2147483652" r:id="R1432adcca3a441e4"/>
    <p:sldLayoutId xmlns:r="http://schemas.openxmlformats.org/officeDocument/2006/relationships" id="2147483653" r:id="R25ad2a6f8eed446b"/>
    <p:sldLayoutId xmlns:r="http://schemas.openxmlformats.org/officeDocument/2006/relationships" id="2147483654" r:id="R6fdf990a42944b25"/>
    <p:sldLayoutId xmlns:r="http://schemas.openxmlformats.org/officeDocument/2006/relationships" id="2147483655" r:id="R0fb75883aa7a47c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UOC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b42240d174928" /><Relationship Type="http://schemas.openxmlformats.org/officeDocument/2006/relationships/image" Target="/ppt/media/image6.png" Id="Rad50747e42d3418e" /><Relationship Type="http://schemas.openxmlformats.org/officeDocument/2006/relationships/notesSlide" Target="/ppt/notesSlides/notesSlide1.xml" Id="R538a5a2475ec4e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65dbba7ec49fb" /><Relationship Type="http://schemas.openxmlformats.org/officeDocument/2006/relationships/image" Target="/ppt/media/image7.png" Id="Rdc22ff4286da49e1" /><Relationship Type="http://schemas.openxmlformats.org/officeDocument/2006/relationships/notesSlide" Target="/ppt/notesSlides/notesSlide2.xml" Id="R8e3f94fbf698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2c48591774447" /><Relationship Type="http://schemas.openxmlformats.org/officeDocument/2006/relationships/image" Target="/ppt/media/image8.png" Id="Rb6e2f9bb76ec436c" /><Relationship Type="http://schemas.openxmlformats.org/officeDocument/2006/relationships/notesSlide" Target="/ppt/notesSlides/notesSlide3.xml" Id="Recc2428baec247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2e144558947b4" /><Relationship Type="http://schemas.openxmlformats.org/officeDocument/2006/relationships/image" Target="/ppt/media/image9.png" Id="R72dbc3de88124049" /><Relationship Type="http://schemas.openxmlformats.org/officeDocument/2006/relationships/notesSlide" Target="/ppt/notesSlides/notesSlide4.xml" Id="R585a679642e546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d2880bc79427e" /><Relationship Type="http://schemas.openxmlformats.org/officeDocument/2006/relationships/image" Target="/ppt/media/image10.png" Id="Rf083d567f0004a27" /><Relationship Type="http://schemas.openxmlformats.org/officeDocument/2006/relationships/notesSlide" Target="/ppt/notesSlides/notesSlide5.xml" Id="R1c67a01355f244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e6c4783104ac1" /><Relationship Type="http://schemas.openxmlformats.org/officeDocument/2006/relationships/image" Target="/ppt/media/image11.png" Id="Rff1c63ddf1d6463e" /><Relationship Type="http://schemas.openxmlformats.org/officeDocument/2006/relationships/notesSlide" Target="/ppt/notesSlides/notesSlide6.xml" Id="Rc190b0dd17524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aa19344ca44bb" /><Relationship Type="http://schemas.openxmlformats.org/officeDocument/2006/relationships/image" Target="/ppt/media/image12.png" Id="Re27b2d07bb26471c" /><Relationship Type="http://schemas.openxmlformats.org/officeDocument/2006/relationships/notesSlide" Target="/ppt/notesSlides/notesSlide7.xml" Id="R997ec15d052249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47513da0e4d57" /><Relationship Type="http://schemas.openxmlformats.org/officeDocument/2006/relationships/image" Target="/ppt/media/image13.png" Id="R76b5efb00cb24d29" /><Relationship Type="http://schemas.openxmlformats.org/officeDocument/2006/relationships/notesSlide" Target="/ppt/notesSlides/notesSlide8.xml" Id="R4b24db3bc5724b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b5245efdb4d28" /><Relationship Type="http://schemas.openxmlformats.org/officeDocument/2006/relationships/image" Target="/ppt/media/image14.png" Id="R295d5e119f7c4310" /><Relationship Type="http://schemas.openxmlformats.org/officeDocument/2006/relationships/notesSlide" Target="/ppt/notesSlides/notesSlide9.xml" Id="Rc09232c1bea046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1aa5a42964b56" /><Relationship Type="http://schemas.openxmlformats.org/officeDocument/2006/relationships/image" Target="/ppt/media/image15.png" Id="R15a4595d107d4efe" /><Relationship Type="http://schemas.openxmlformats.org/officeDocument/2006/relationships/notesSlide" Target="/ppt/notesSlides/notesSlide10.xml" Id="Ra8d6b6b7d82a40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c051b639542ed" /><Relationship Type="http://schemas.openxmlformats.org/officeDocument/2006/relationships/image" Target="/ppt/media/image16.png" Id="Re4d5cc81d32048fa" /><Relationship Type="http://schemas.openxmlformats.org/officeDocument/2006/relationships/notesSlide" Target="/ppt/notesSlides/notesSlide11.xml" Id="R5ff44369cd8440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22d75bfc54cc1" /><Relationship Type="http://schemas.openxmlformats.org/officeDocument/2006/relationships/image" Target="/ppt/media/image17.png" Id="R21f1ba4f817b4ab4" /><Relationship Type="http://schemas.openxmlformats.org/officeDocument/2006/relationships/notesSlide" Target="/ppt/notesSlides/notesSlide12.xml" Id="Rbd741b75bd9c47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6eff328cf4320" /><Relationship Type="http://schemas.openxmlformats.org/officeDocument/2006/relationships/image" Target="/ppt/media/image18.png" Id="R7aa5aebce10b4461" /><Relationship Type="http://schemas.openxmlformats.org/officeDocument/2006/relationships/notesSlide" Target="/ppt/notesSlides/notesSlide13.xml" Id="R187722e3e0b24a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78aa9f2614b53" /><Relationship Type="http://schemas.openxmlformats.org/officeDocument/2006/relationships/image" Target="/ppt/media/image19.png" Id="R9abe09de90474c70" /><Relationship Type="http://schemas.openxmlformats.org/officeDocument/2006/relationships/notesSlide" Target="/ppt/notesSlides/notesSlide14.xml" Id="Rb7fcc87aebba40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f3728764546d6" /><Relationship Type="http://schemas.openxmlformats.org/officeDocument/2006/relationships/image" Target="/ppt/media/image20.png" Id="Rf00280ef6ae54b26" /><Relationship Type="http://schemas.openxmlformats.org/officeDocument/2006/relationships/notesSlide" Target="/ppt/notesSlides/notesSlide15.xml" Id="R60cf558fb7bf42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a60a2c2534390" /><Relationship Type="http://schemas.openxmlformats.org/officeDocument/2006/relationships/image" Target="/ppt/media/image21.png" Id="R88e89135e1484062" /><Relationship Type="http://schemas.openxmlformats.org/officeDocument/2006/relationships/notesSlide" Target="/ppt/notesSlides/notesSlide16.xml" Id="R02da6816052748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f35c77e554b93" /><Relationship Type="http://schemas.openxmlformats.org/officeDocument/2006/relationships/image" Target="/ppt/media/image22.png" Id="Ra2c7bffe3cc84439" /><Relationship Type="http://schemas.openxmlformats.org/officeDocument/2006/relationships/notesSlide" Target="/ppt/notesSlides/notesSlide17.xml" Id="Rf73bfb19bdf74b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8ba791d47417d" /><Relationship Type="http://schemas.openxmlformats.org/officeDocument/2006/relationships/image" Target="/ppt/media/image23.png" Id="Rc35dfbedef464cef" /><Relationship Type="http://schemas.openxmlformats.org/officeDocument/2006/relationships/image" Target="/ppt/media/image24.png" Id="R71f3fa0e19ee4f02" /><Relationship Type="http://schemas.openxmlformats.org/officeDocument/2006/relationships/notesSlide" Target="/ppt/notesSlides/notesSlide18.xml" Id="R153a1269cd0544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d36b23fa14b98" /><Relationship Type="http://schemas.openxmlformats.org/officeDocument/2006/relationships/image" Target="/ppt/media/image25.png" Id="R674b27b90fea43e3" /><Relationship Type="http://schemas.openxmlformats.org/officeDocument/2006/relationships/image" Target="/ppt/media/image26.png" Id="R9d8d1a1f26934324" /><Relationship Type="http://schemas.openxmlformats.org/officeDocument/2006/relationships/notesSlide" Target="/ppt/notesSlides/notesSlide19.xml" Id="Rf9bf3a52e9974b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3e5b258284eaf" /><Relationship Type="http://schemas.openxmlformats.org/officeDocument/2006/relationships/image" Target="/ppt/media/image27.png" Id="R73994ba184554517" /><Relationship Type="http://schemas.openxmlformats.org/officeDocument/2006/relationships/image" Target="/ppt/media/image28.png" Id="R4f4bcccd43bf4d99" /><Relationship Type="http://schemas.openxmlformats.org/officeDocument/2006/relationships/notesSlide" Target="/ppt/notesSlides/notesSlide20.xml" Id="R1c3415f86eb94f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2fc099ca4425d" /><Relationship Type="http://schemas.openxmlformats.org/officeDocument/2006/relationships/image" Target="/ppt/media/image29.png" Id="R6130e1422ced47bf" /><Relationship Type="http://schemas.openxmlformats.org/officeDocument/2006/relationships/image" Target="/ppt/media/image30.png" Id="R6c44bada07f14e76" /><Relationship Type="http://schemas.openxmlformats.org/officeDocument/2006/relationships/notesSlide" Target="/ppt/notesSlides/notesSlide21.xml" Id="Rdf6c610323c74f0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c542f79b24dbc" /><Relationship Type="http://schemas.openxmlformats.org/officeDocument/2006/relationships/image" Target="/ppt/media/image31.png" Id="Re55614dbba214485" /><Relationship Type="http://schemas.openxmlformats.org/officeDocument/2006/relationships/image" Target="/ppt/media/image32.png" Id="Rb3a2bb084b764acb" /><Relationship Type="http://schemas.openxmlformats.org/officeDocument/2006/relationships/notesSlide" Target="/ppt/notesSlides/notesSlide22.xml" Id="Rad37c0490e584b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f642cba6874dd3" /><Relationship Type="http://schemas.openxmlformats.org/officeDocument/2006/relationships/image" Target="/ppt/media/image33.png" Id="R2250aee4f9004720" /><Relationship Type="http://schemas.openxmlformats.org/officeDocument/2006/relationships/image" Target="/ppt/media/image34.png" Id="R2fd416e30bfd4f7f" /><Relationship Type="http://schemas.openxmlformats.org/officeDocument/2006/relationships/notesSlide" Target="/ppt/notesSlides/notesSlide23.xml" Id="R3382e38aa4cc41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1a55240854a86" /><Relationship Type="http://schemas.openxmlformats.org/officeDocument/2006/relationships/image" Target="/ppt/media/image35.png" Id="R5b23b3e30abd436c" /><Relationship Type="http://schemas.openxmlformats.org/officeDocument/2006/relationships/image" Target="/ppt/media/image36.png" Id="Re4636d2869d5443c" /><Relationship Type="http://schemas.openxmlformats.org/officeDocument/2006/relationships/notesSlide" Target="/ppt/notesSlides/notesSlide24.xml" Id="Rc81324403d704e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8bc73e7644658" /><Relationship Type="http://schemas.openxmlformats.org/officeDocument/2006/relationships/image" Target="/ppt/media/image37.png" Id="Rabc00e5ffa344c1c" /><Relationship Type="http://schemas.openxmlformats.org/officeDocument/2006/relationships/image" Target="/ppt/media/image38.png" Id="R203b9f00b92c4419" /><Relationship Type="http://schemas.openxmlformats.org/officeDocument/2006/relationships/notesSlide" Target="/ppt/notesSlides/notesSlide25.xml" Id="Re60c9b36abf148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519462b7d4080" /><Relationship Type="http://schemas.openxmlformats.org/officeDocument/2006/relationships/image" Target="/ppt/media/image39.png" Id="R4b1a2f71ae354be5" /><Relationship Type="http://schemas.openxmlformats.org/officeDocument/2006/relationships/image" Target="/ppt/media/image40.png" Id="Rf68a8c3457734bc5" /><Relationship Type="http://schemas.openxmlformats.org/officeDocument/2006/relationships/notesSlide" Target="/ppt/notesSlides/notesSlide26.xml" Id="Rb3f70c648aaf48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d125275b7459e" /><Relationship Type="http://schemas.openxmlformats.org/officeDocument/2006/relationships/image" Target="/ppt/media/image41.png" Id="R8855e8cb7150438c" /><Relationship Type="http://schemas.openxmlformats.org/officeDocument/2006/relationships/image" Target="/ppt/media/image42.png" Id="Rdc57f1f81af94bae" /><Relationship Type="http://schemas.openxmlformats.org/officeDocument/2006/relationships/notesSlide" Target="/ppt/notesSlides/notesSlide27.xml" Id="R2cc1350c1fac45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4756cee204e5c" /><Relationship Type="http://schemas.openxmlformats.org/officeDocument/2006/relationships/image" Target="/ppt/media/image43.png" Id="Ra2ad11f1a34e4abf" /><Relationship Type="http://schemas.openxmlformats.org/officeDocument/2006/relationships/image" Target="/ppt/media/image44.png" Id="Rfde3feb5d3764cce" /><Relationship Type="http://schemas.openxmlformats.org/officeDocument/2006/relationships/notesSlide" Target="/ppt/notesSlides/notesSlide28.xml" Id="R1d30c120a2084a9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817b7b51d4be2" /><Relationship Type="http://schemas.openxmlformats.org/officeDocument/2006/relationships/image" Target="/ppt/media/image45.png" Id="Rbf2ac48dbc284e68" /><Relationship Type="http://schemas.openxmlformats.org/officeDocument/2006/relationships/image" Target="/ppt/media/image46.png" Id="Ra2c20e2d08f54a3c" /><Relationship Type="http://schemas.openxmlformats.org/officeDocument/2006/relationships/notesSlide" Target="/ppt/notesSlides/notesSlide29.xml" Id="Rd98309dae1dd4ba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63ad59c2d4f25" /><Relationship Type="http://schemas.openxmlformats.org/officeDocument/2006/relationships/image" Target="/ppt/media/image47.png" Id="R083e734a09df4779" /><Relationship Type="http://schemas.openxmlformats.org/officeDocument/2006/relationships/image" Target="/ppt/media/image48.png" Id="R7f1e1fb5ae7e42ae" /><Relationship Type="http://schemas.openxmlformats.org/officeDocument/2006/relationships/notesSlide" Target="/ppt/notesSlides/notesSlide30.xml" Id="R8f3b4f22d6484ab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ad5cb32e34f1f" /><Relationship Type="http://schemas.openxmlformats.org/officeDocument/2006/relationships/image" Target="/ppt/media/image49.png" Id="Rc1ef572aa0e64298" /><Relationship Type="http://schemas.openxmlformats.org/officeDocument/2006/relationships/image" Target="/ppt/media/image50.png" Id="R5a984809c88d4a36" /><Relationship Type="http://schemas.openxmlformats.org/officeDocument/2006/relationships/notesSlide" Target="/ppt/notesSlides/notesSlide31.xml" Id="R4dbf7354751b43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26ca62a174ee1" /><Relationship Type="http://schemas.openxmlformats.org/officeDocument/2006/relationships/image" Target="/ppt/media/image51.png" Id="R9a4384416309455c" /><Relationship Type="http://schemas.openxmlformats.org/officeDocument/2006/relationships/notesSlide" Target="/ppt/notesSlides/notesSlide32.xml" Id="R36250c6926b040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30">
            <a:extLst xmlns:a="http://schemas.openxmlformats.org/drawingml/2006/main">
              <a:ext uri="{FF2B5EF4-FFF2-40B4-BE49-F238E27FC236}">
                <a16:creationId xmlns:a16="http://schemas.microsoft.com/office/drawing/2014/main" id="{80C2437F-EDD7-49CB-A645-784173225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19240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buNone/>
              <a:defRPr sz="412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Proyecto APT</a:t>
            </a:r>
            <a:endParaRPr sz="2000"/>
          </a:p>
          <a:p xmlns:a="http://schemas.openxmlformats.org/drawingml/2006/main">
            <a:pPr lvl="0" algn="l">
              <a:buNone/>
              <a:defRPr sz="412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Fase 1</a:t>
            </a:r>
            <a:endParaRPr sz="2000"/>
          </a:p>
        </p:txBody>
      </p:sp>
      <p:sp>
        <p:nvSpPr>
          <p:cNvPr id="21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D42BB471-155B-4F52-87A7-463E00A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57150" cy="335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0747e42d3418e"/>
          <a:stretch xmlns:a="http://schemas.openxmlformats.org/drawingml/2006/main"/>
        </p:blipFill>
        <p:spPr>
          <a:xfrm xmlns:a="http://schemas.openxmlformats.org/drawingml/2006/main">
            <a:off x="552450" y="677353"/>
            <a:ext cx="2628900" cy="569343"/>
          </a:xfrm>
          <a:prstGeom xmlns:a="http://schemas.openxmlformats.org/drawingml/2006/main" prst="rect">
            <a:avLst/>
          </a:prstGeom>
        </p:spPr>
      </p:pic>
      <p:sp>
        <p:nvSpPr>
          <p:cNvPr id="21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2FD370E-DBEA-4440-983A-99AE549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52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B89"/>
                </a:solidFill>
                <a:latin typeface="Arial"/>
                <a:ea typeface="Arial"/>
                <a:cs typeface="Arial"/>
              </a:rPr>
              <a:t>Plataforma web para centralizar y optimizar la gestión de reservas</a:t>
            </a:r>
          </a:p>
        </p:txBody>
      </p:sp>
      <p:sp>
        <p:nvSpPr>
          <p:cNvPr id="216" name="cover-rule">
            <a:extLst xmlns:a="http://schemas.openxmlformats.org/drawingml/2006/main">
              <a:ext uri="{FF2B5EF4-FFF2-40B4-BE49-F238E27FC236}">
                <a16:creationId xmlns:a16="http://schemas.microsoft.com/office/drawing/2014/main" id="{FBA3C386-B956-41E0-BD00-51DF0610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cover-meta">
            <a:extLst xmlns:a="http://schemas.openxmlformats.org/drawingml/2006/main">
              <a:ext uri="{FF2B5EF4-FFF2-40B4-BE49-F238E27FC236}">
                <a16:creationId xmlns:a16="http://schemas.microsoft.com/office/drawing/2014/main" id="{1F698010-F38D-40EA-A01A-DE855B2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524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047"/>
                </a:solidFill>
                <a:latin typeface="Arial"/>
                <a:ea typeface="Arial"/>
                <a:cs typeface="Arial"/>
              </a:rPr>
              <a:t>Vicente Heredia  ·  Vicente Bustos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047"/>
                </a:solidFill>
                <a:latin typeface="Arial"/>
                <a:ea typeface="Arial"/>
                <a:cs typeface="Arial"/>
              </a:rPr>
              <a:t>Ingeniería en Informática · Sede Maipú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047"/>
                </a:solidFill>
                <a:latin typeface="Arial"/>
                <a:ea typeface="Arial"/>
                <a:cs typeface="Arial"/>
              </a:rPr>
              <a:t>Docente: Reginaldo Salinas Bruna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047"/>
                </a:solidFill>
                <a:latin typeface="Arial"/>
                <a:ea typeface="Arial"/>
                <a:cs typeface="Arial"/>
              </a:rPr>
              <a:t>Grupo N.º: __________________</a:t>
            </a:r>
          </a:p>
        </p:txBody>
      </p:sp>
      <p:sp>
        <p:nvSpPr>
          <p:cNvPr id="218" name="cover-side">
            <a:extLst xmlns:a="http://schemas.openxmlformats.org/drawingml/2006/main">
              <a:ext uri="{FF2B5EF4-FFF2-40B4-BE49-F238E27FC236}">
                <a16:creationId xmlns:a16="http://schemas.microsoft.com/office/drawing/2014/main" id="{15603D67-A835-4CC3-940C-7627479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HURRY UP</a:t>
            </a:r>
          </a:p>
        </p:txBody>
      </p:sp>
      <p:sp>
        <p:nvSpPr>
          <p:cNvPr id="219" name="cover-side2">
            <a:extLst xmlns:a="http://schemas.openxmlformats.org/drawingml/2006/main">
              <a:ext uri="{FF2B5EF4-FFF2-40B4-BE49-F238E27FC236}">
                <a16:creationId xmlns:a16="http://schemas.microsoft.com/office/drawing/2014/main" id="{7E7A3D6D-2989-4530-A7CC-525E210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B89"/>
                </a:solidFill>
                <a:latin typeface="Arial"/>
                <a:ea typeface="Arial"/>
                <a:cs typeface="Arial"/>
              </a:rPr>
              <a:t>Gestión de reservas para negocios de servicios</a:t>
            </a:r>
          </a:p>
        </p:txBody>
      </p:sp>
    </p:spTree>
    <p:extLst>
      <p:ext uri="{BB962C8B-B14F-4D97-AF65-F5344CB8AC3E}">
        <p14:creationId xmlns:p14="http://schemas.microsoft.com/office/powerpoint/2010/main" val="1436448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BC5A7-3635-45EF-83F2-58AC02AB1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Descripción del proyecto</a:t>
            </a:r>
          </a:p>
        </p:txBody>
      </p:sp>
      <p:sp>
        <p:nvSpPr>
          <p:cNvPr id="3" name="section-blue-1">
            <a:extLst xmlns:a="http://schemas.openxmlformats.org/drawingml/2006/main">
              <a:ext uri="{FF2B5EF4-FFF2-40B4-BE49-F238E27FC236}">
                <a16:creationId xmlns:a16="http://schemas.microsoft.com/office/drawing/2014/main" id="{B165A7AD-F3D1-452F-8076-A3881B86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1">
            <a:extLst xmlns:a="http://schemas.openxmlformats.org/drawingml/2006/main">
              <a:ext uri="{FF2B5EF4-FFF2-40B4-BE49-F238E27FC236}">
                <a16:creationId xmlns:a16="http://schemas.microsoft.com/office/drawing/2014/main" id="{1F1A6EED-B553-4DD1-B37B-0B67D7A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ection-subtitle-1">
            <a:extLst xmlns:a="http://schemas.openxmlformats.org/drawingml/2006/main">
              <a:ext uri="{FF2B5EF4-FFF2-40B4-BE49-F238E27FC236}">
                <a16:creationId xmlns:a16="http://schemas.microsoft.com/office/drawing/2014/main" id="{7396470B-AFEF-43DC-B093-75069E6B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Problema, solución propuesta y usuarios principales</a:t>
            </a:r>
          </a:p>
        </p:txBody>
      </p:sp>
      <p:sp>
        <p:nvSpPr>
          <p:cNvPr id="6" name="section-kicker-1">
            <a:extLst xmlns:a="http://schemas.openxmlformats.org/drawingml/2006/main">
              <a:ext uri="{FF2B5EF4-FFF2-40B4-BE49-F238E27FC236}">
                <a16:creationId xmlns:a16="http://schemas.microsoft.com/office/drawing/2014/main" id="{F149D242-A056-4F7F-9CD7-2E9A2AA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E2A192AA-AB48-4209-BF94-9586965D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2ff4286da49e1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38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1C7ED88-848F-5146-1440-D2E9D0121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86277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Hurry Up centraliza la operación del negocio</a:t>
            </a:r>
            <a:endParaRPr/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B6931551-82E0-4268-9EFA-4A384F4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2f9bb76ec436c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3217B4B5-4B98-4070-BF40-4A980A98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787258C4-51BB-4BD1-B991-59781CA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F9D411F7-2525-4D47-AC83-86FD772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description-lead">
            <a:extLst xmlns:a="http://schemas.openxmlformats.org/drawingml/2006/main">
              <a:ext uri="{FF2B5EF4-FFF2-40B4-BE49-F238E27FC236}">
                <a16:creationId xmlns:a16="http://schemas.microsoft.com/office/drawing/2014/main" id="{0CC99280-3112-4C22-9A51-0013BAA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92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Una plataforma web para reemplazar la gestión manual y las herramientas separadas que generan duplicidad de horas, errores de coordinación y poca visibilidad.</a:t>
            </a:r>
          </a:p>
        </p:txBody>
      </p:sp>
      <p:sp>
        <p:nvSpPr>
          <p:cNvPr id="9" name="description-band">
            <a:extLst xmlns:a="http://schemas.openxmlformats.org/drawingml/2006/main">
              <a:ext uri="{FF2B5EF4-FFF2-40B4-BE49-F238E27FC236}">
                <a16:creationId xmlns:a16="http://schemas.microsoft.com/office/drawing/2014/main" id="{8A63249A-C73C-4F7E-8286-48A72A8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92480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0" name="role-mark-0">
            <a:extLst xmlns:a="http://schemas.openxmlformats.org/drawingml/2006/main">
              <a:ext uri="{FF2B5EF4-FFF2-40B4-BE49-F238E27FC236}">
                <a16:creationId xmlns:a16="http://schemas.microsoft.com/office/drawing/2014/main" id="{E50D8FDB-0CAB-4760-9761-A3A28191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BF13467F-400F-4869-8DFE-74CE9BCD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ADMINISTRADORES</a:t>
            </a:r>
          </a:p>
        </p:txBody>
      </p:sp>
      <p:sp>
        <p:nvSpPr>
          <p:cNvPr id="12" name="role-body-0">
            <a:extLst xmlns:a="http://schemas.openxmlformats.org/drawingml/2006/main">
              <a:ext uri="{FF2B5EF4-FFF2-40B4-BE49-F238E27FC236}">
                <a16:creationId xmlns:a16="http://schemas.microsoft.com/office/drawing/2014/main" id="{7619DF7E-64B0-4FB4-B90D-3A06FD7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047"/>
                </a:solidFill>
                <a:latin typeface="Arial"/>
                <a:ea typeface="Arial"/>
                <a:cs typeface="Arial"/>
              </a:rPr>
              <a:t>Gestionan clientes, profesionales, servicios, horarios, sucursales y reservas.</a:t>
            </a:r>
          </a:p>
        </p:txBody>
      </p:sp>
      <p:sp>
        <p:nvSpPr>
          <p:cNvPr id="13" name="role-mark-1">
            <a:extLst xmlns:a="http://schemas.openxmlformats.org/drawingml/2006/main">
              <a:ext uri="{FF2B5EF4-FFF2-40B4-BE49-F238E27FC236}">
                <a16:creationId xmlns:a16="http://schemas.microsoft.com/office/drawing/2014/main" id="{A90B7178-BEB3-4F37-8281-3317E9A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88031877-FD7A-44C0-A082-2DFA80D8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COLABORADORES</a:t>
            </a:r>
          </a:p>
        </p:txBody>
      </p:sp>
      <p:sp>
        <p:nvSpPr>
          <p:cNvPr id="15" name="role-body-1">
            <a:extLst xmlns:a="http://schemas.openxmlformats.org/drawingml/2006/main">
              <a:ext uri="{FF2B5EF4-FFF2-40B4-BE49-F238E27FC236}">
                <a16:creationId xmlns:a16="http://schemas.microsoft.com/office/drawing/2014/main" id="{5F38F32A-7449-441C-B752-693ABEB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433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047"/>
                </a:solidFill>
                <a:latin typeface="Arial"/>
                <a:ea typeface="Arial"/>
                <a:cs typeface="Arial"/>
              </a:rPr>
              <a:t>Organizan su operación y mantienen actualizada la agenda del negocio.</a:t>
            </a:r>
          </a:p>
        </p:txBody>
      </p:sp>
      <p:sp>
        <p:nvSpPr>
          <p:cNvPr id="16" name="role-mark-2">
            <a:extLst xmlns:a="http://schemas.openxmlformats.org/drawingml/2006/main">
              <a:ext uri="{FF2B5EF4-FFF2-40B4-BE49-F238E27FC236}">
                <a16:creationId xmlns:a16="http://schemas.microsoft.com/office/drawing/2014/main" id="{AF1447B4-AAF9-46AA-B31D-6FD1D252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16514FBD-596C-4617-93B2-E7F759F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62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8" name="role-body-2">
            <a:extLst xmlns:a="http://schemas.openxmlformats.org/drawingml/2006/main">
              <a:ext uri="{FF2B5EF4-FFF2-40B4-BE49-F238E27FC236}">
                <a16:creationId xmlns:a16="http://schemas.microsoft.com/office/drawing/2014/main" id="{22B4DAC4-3EEF-47AA-A094-17DF71F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047"/>
                </a:solidFill>
                <a:latin typeface="Arial"/>
                <a:ea typeface="Arial"/>
                <a:cs typeface="Arial"/>
              </a:rPr>
              <a:t>Consultan disponibilidad y reservan horas desde un flujo web.</a:t>
            </a:r>
          </a:p>
        </p:txBody>
      </p:sp>
      <p:sp>
        <p:nvSpPr>
          <p:cNvPr id="19" name="description-close">
            <a:extLst xmlns:a="http://schemas.openxmlformats.org/drawingml/2006/main">
              <a:ext uri="{FF2B5EF4-FFF2-40B4-BE49-F238E27FC236}">
                <a16:creationId xmlns:a16="http://schemas.microsoft.com/office/drawing/2014/main" id="{953C3681-4D10-44B4-A056-30F7AF52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92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Valor principal: una sola solución para coordinar el ciclo completo del agendamiento.</a:t>
            </a:r>
          </a:p>
        </p:txBody>
      </p:sp>
    </p:spTree>
    <p:extLst>
      <p:ext uri="{BB962C8B-B14F-4D97-AF65-F5344CB8AC3E}">
        <p14:creationId xmlns:p14="http://schemas.microsoft.com/office/powerpoint/2010/main" val="1041540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45912-3AD1-4147-BB70-12BD370ED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Relación con el perfil de egreso</a:t>
            </a:r>
          </a:p>
        </p:txBody>
      </p:sp>
      <p:sp>
        <p:nvSpPr>
          <p:cNvPr id="3" name="section-blue-2">
            <a:extLst xmlns:a="http://schemas.openxmlformats.org/drawingml/2006/main">
              <a:ext uri="{FF2B5EF4-FFF2-40B4-BE49-F238E27FC236}">
                <a16:creationId xmlns:a16="http://schemas.microsoft.com/office/drawing/2014/main" id="{37BA43D8-311F-4310-AB38-B3316A13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DFDD2EB4-30B1-4157-828B-F0A66F8C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ection-subtitle-2">
            <a:extLst xmlns:a="http://schemas.openxmlformats.org/drawingml/2006/main">
              <a:ext uri="{FF2B5EF4-FFF2-40B4-BE49-F238E27FC236}">
                <a16:creationId xmlns:a16="http://schemas.microsoft.com/office/drawing/2014/main" id="{6E6BEE72-3C56-445B-9520-8B8BD4D3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Competencias de Ingeniería en Informática aplicadas al proyecto</a:t>
            </a:r>
          </a:p>
        </p:txBody>
      </p:sp>
      <p:sp>
        <p:nvSpPr>
          <p:cNvPr id="6" name="section-kicker-2">
            <a:extLst xmlns:a="http://schemas.openxmlformats.org/drawingml/2006/main">
              <a:ext uri="{FF2B5EF4-FFF2-40B4-BE49-F238E27FC236}">
                <a16:creationId xmlns:a16="http://schemas.microsoft.com/office/drawing/2014/main" id="{EB3A9F34-EF0F-4749-B5F6-BD2F290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91962DAB-ADD8-469A-ACD2-C53364A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bc3de88124049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5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A98CA5D0-6CAE-F8B8-33DC-9A83474E7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7757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El proyecto integra competencias técnicas y de gestión</a:t>
            </a:r>
            <a:endParaRPr/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92AD717B-368E-40DA-BAEB-65BB58A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3d567f0004a27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34228674-2BE3-4F2E-8E81-551144E4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2728EC51-ECEB-48B4-954C-DED1FEF2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3170C519-6E22-408E-8D45-56B15FA1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profile-lead">
            <a:extLst xmlns:a="http://schemas.openxmlformats.org/drawingml/2006/main">
              <a:ext uri="{FF2B5EF4-FFF2-40B4-BE49-F238E27FC236}">
                <a16:creationId xmlns:a16="http://schemas.microsoft.com/office/drawing/2014/main" id="{4940985F-C67D-43DB-9531-29447B8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Hurry Up permite aplicar el ciclo completo de una solución informática, desde el análisis del problema hasta su implementación y validación.</a:t>
            </a:r>
          </a:p>
        </p:txBody>
      </p:sp>
      <p:sp>
        <p:nvSpPr>
          <p:cNvPr id="9" name="profile-bullets">
            <a:extLst xmlns:a="http://schemas.openxmlformats.org/drawingml/2006/main">
              <a:ext uri="{FF2B5EF4-FFF2-40B4-BE49-F238E27FC236}">
                <a16:creationId xmlns:a16="http://schemas.microsoft.com/office/drawing/2014/main" id="{A310A3DA-3A9D-4F69-87F3-9139B2FD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7620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>
              <a:spcAft>
                <a:spcPts val="10"/>
              </a:spcAft>
              <a:buChar char="•"/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1B55"/>
                </a:solidFill>
              </a:rPr>
              <a:t>Solución y gestión: </a:t>
            </a:r>
            <a:r>
              <a:t>levantamiento de requerimientos, alcance y toma de decisiones.</a:t>
            </a:r>
          </a:p>
          <a:p xmlns:a="http://schemas.openxmlformats.org/drawingml/2006/main">
            <a:pPr marL="22" indent="-12">
              <a:spcAft>
                <a:spcPts val="10"/>
              </a:spcAft>
              <a:buChar char="•"/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1B55"/>
                </a:solidFill>
              </a:rPr>
              <a:t>Arquitectura: </a:t>
            </a:r>
            <a:r>
              <a:t>diseño de componentes e integración entre frontend, backend y datos.</a:t>
            </a:r>
          </a:p>
          <a:p xmlns:a="http://schemas.openxmlformats.org/drawingml/2006/main">
            <a:pPr marL="22" indent="-12">
              <a:spcAft>
                <a:spcPts val="10"/>
              </a:spcAft>
              <a:buChar char="•"/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1B55"/>
                </a:solidFill>
              </a:rPr>
              <a:t>Modelos de datos: </a:t>
            </a:r>
            <a:r>
              <a:t>estructuras escalables y consultas para soportar la operación.</a:t>
            </a:r>
          </a:p>
          <a:p xmlns:a="http://schemas.openxmlformats.org/drawingml/2006/main">
            <a:pPr marL="22" indent="-12">
              <a:spcAft>
                <a:spcPts val="10"/>
              </a:spcAft>
              <a:buChar char="•"/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1B55"/>
                </a:solidFill>
              </a:rPr>
              <a:t>Desarrollo: </a:t>
            </a:r>
            <a:r>
              <a:t>programación con tecnologías de mercado y buenas prácticas.</a:t>
            </a:r>
          </a:p>
          <a:p xmlns:a="http://schemas.openxmlformats.org/drawingml/2006/main">
            <a:pPr marL="22" indent="-12">
              <a:spcAft>
                <a:spcPts val="10"/>
              </a:spcAft>
              <a:buChar char="•"/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1B55"/>
                </a:solidFill>
              </a:rPr>
              <a:t>Implementación integral: </a:t>
            </a:r>
            <a:r>
              <a:t>automatización de reservas y procesos asociados.</a:t>
            </a:r>
          </a:p>
          <a:p xmlns:a="http://schemas.openxmlformats.org/drawingml/2006/main">
            <a:pPr marL="22" indent="-12">
              <a:spcAft>
                <a:spcPts val="10"/>
              </a:spcAft>
              <a:buChar char="•"/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1B55"/>
                </a:solidFill>
              </a:rPr>
              <a:t>Seguridad: </a:t>
            </a:r>
            <a:r>
              <a:t>autenticación, autorización y tratamiento de vulnerabilidades.</a:t>
            </a:r>
          </a:p>
        </p:txBody>
      </p:sp>
    </p:spTree>
    <p:extLst>
      <p:ext uri="{BB962C8B-B14F-4D97-AF65-F5344CB8AC3E}">
        <p14:creationId xmlns:p14="http://schemas.microsoft.com/office/powerpoint/2010/main" val="37676017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1AC603-F274-44EC-8303-E070038EE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Factibilidad del proyecto</a:t>
            </a:r>
          </a:p>
        </p:txBody>
      </p:sp>
      <p:sp>
        <p:nvSpPr>
          <p:cNvPr id="3" name="section-blue-3">
            <a:extLst xmlns:a="http://schemas.openxmlformats.org/drawingml/2006/main">
              <a:ext uri="{FF2B5EF4-FFF2-40B4-BE49-F238E27FC236}">
                <a16:creationId xmlns:a16="http://schemas.microsoft.com/office/drawing/2014/main" id="{76699C24-91AC-44FD-B751-ECCE45BC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15475C39-C604-44AF-8266-8519C5D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ection-subtitle-3">
            <a:extLst xmlns:a="http://schemas.openxmlformats.org/drawingml/2006/main">
              <a:ext uri="{FF2B5EF4-FFF2-40B4-BE49-F238E27FC236}">
                <a16:creationId xmlns:a16="http://schemas.microsoft.com/office/drawing/2014/main" id="{F5BB847C-8CBE-455C-89EB-4BAD0F66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Alcance definido, recursos disponibles y trabajo incremental</a:t>
            </a:r>
          </a:p>
        </p:txBody>
      </p:sp>
      <p:sp>
        <p:nvSpPr>
          <p:cNvPr id="6" name="section-kicker-3">
            <a:extLst xmlns:a="http://schemas.openxmlformats.org/drawingml/2006/main">
              <a:ext uri="{FF2B5EF4-FFF2-40B4-BE49-F238E27FC236}">
                <a16:creationId xmlns:a16="http://schemas.microsoft.com/office/drawing/2014/main" id="{2CE22A22-93EE-4557-A7A4-7FA938EA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D794EEED-EA22-468E-BEA1-AAE7DAB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c63ddf1d6463e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21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4D2B51FF-13C5-DC65-9206-8940276DA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85134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El proyecto es realizable dentro del semestre</a:t>
            </a:r>
            <a:endParaRPr/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06E3233A-64CB-48C5-B21E-91B34C74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b2d07bb26471c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F3B2703E-9DBE-4F2D-B473-63CD21C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89BE8620-FD0D-436C-A05F-3FD510F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7EADDFC5-DD7D-4BAE-B493-AB8B5F61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feasible-row-0">
            <a:extLst xmlns:a="http://schemas.openxmlformats.org/drawingml/2006/main">
              <a:ext uri="{FF2B5EF4-FFF2-40B4-BE49-F238E27FC236}">
                <a16:creationId xmlns:a16="http://schemas.microsoft.com/office/drawing/2014/main" id="{CF68255B-65A1-4380-A54D-0D45264A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92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9" name="feasible-index-0">
            <a:extLst xmlns:a="http://schemas.openxmlformats.org/drawingml/2006/main">
              <a:ext uri="{FF2B5EF4-FFF2-40B4-BE49-F238E27FC236}">
                <a16:creationId xmlns:a16="http://schemas.microsoft.com/office/drawing/2014/main" id="{52D579B3-691D-4553-9C2D-B3D0098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easible-label-0">
            <a:extLst xmlns:a="http://schemas.openxmlformats.org/drawingml/2006/main">
              <a:ext uri="{FF2B5EF4-FFF2-40B4-BE49-F238E27FC236}">
                <a16:creationId xmlns:a16="http://schemas.microsoft.com/office/drawing/2014/main" id="{2B3479A1-ED76-4B34-AF29-1BF7B24C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ALCANCE</a:t>
            </a:r>
          </a:p>
        </p:txBody>
      </p:sp>
      <p:sp>
        <p:nvSpPr>
          <p:cNvPr id="11" name="feasible-text-0">
            <a:extLst xmlns:a="http://schemas.openxmlformats.org/drawingml/2006/main">
              <a:ext uri="{FF2B5EF4-FFF2-40B4-BE49-F238E27FC236}">
                <a16:creationId xmlns:a16="http://schemas.microsoft.com/office/drawing/2014/main" id="{15FAEFA7-39B7-43F8-9D30-0A7ADC9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19250"/>
            <a:ext cx="636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2047"/>
                </a:solidFill>
                <a:latin typeface="Arial"/>
                <a:ea typeface="Arial"/>
                <a:cs typeface="Arial"/>
              </a:rPr>
              <a:t>Funciones principales definidas y divisibles en etapas.</a:t>
            </a:r>
          </a:p>
        </p:txBody>
      </p:sp>
      <p:sp>
        <p:nvSpPr>
          <p:cNvPr id="12" name="feasible-row-1">
            <a:extLst xmlns:a="http://schemas.openxmlformats.org/drawingml/2006/main">
              <a:ext uri="{FF2B5EF4-FFF2-40B4-BE49-F238E27FC236}">
                <a16:creationId xmlns:a16="http://schemas.microsoft.com/office/drawing/2014/main" id="{6F853D4E-F7FB-404D-89D6-1914F19F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792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3" name="feasible-index-1">
            <a:extLst xmlns:a="http://schemas.openxmlformats.org/drawingml/2006/main">
              <a:ext uri="{FF2B5EF4-FFF2-40B4-BE49-F238E27FC236}">
                <a16:creationId xmlns:a16="http://schemas.microsoft.com/office/drawing/2014/main" id="{56BDC013-302C-4C8C-97E9-B6AB8AD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sible-label-1">
            <a:extLst xmlns:a="http://schemas.openxmlformats.org/drawingml/2006/main">
              <a:ext uri="{FF2B5EF4-FFF2-40B4-BE49-F238E27FC236}">
                <a16:creationId xmlns:a16="http://schemas.microsoft.com/office/drawing/2014/main" id="{5F46AD5B-D16F-478A-A3F5-8D75FE8C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EQUIPO</a:t>
            </a:r>
          </a:p>
        </p:txBody>
      </p:sp>
      <p:sp>
        <p:nvSpPr>
          <p:cNvPr id="15" name="feasible-text-1">
            <a:extLst xmlns:a="http://schemas.openxmlformats.org/drawingml/2006/main">
              <a:ext uri="{FF2B5EF4-FFF2-40B4-BE49-F238E27FC236}">
                <a16:creationId xmlns:a16="http://schemas.microsoft.com/office/drawing/2014/main" id="{990AF72B-BECB-40CD-A0C5-7A1FC4E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09850"/>
            <a:ext cx="636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2047"/>
                </a:solidFill>
                <a:latin typeface="Arial"/>
                <a:ea typeface="Arial"/>
                <a:cs typeface="Arial"/>
              </a:rPr>
              <a:t>Dos integrantes con participación conjunta y distribución por necesidad.</a:t>
            </a:r>
          </a:p>
        </p:txBody>
      </p:sp>
      <p:sp>
        <p:nvSpPr>
          <p:cNvPr id="16" name="feasible-row-2">
            <a:extLst xmlns:a="http://schemas.openxmlformats.org/drawingml/2006/main">
              <a:ext uri="{FF2B5EF4-FFF2-40B4-BE49-F238E27FC236}">
                <a16:creationId xmlns:a16="http://schemas.microsoft.com/office/drawing/2014/main" id="{6BCC193F-6858-49BC-A9D1-5E7AA3F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792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7" name="feasible-index-2">
            <a:extLst xmlns:a="http://schemas.openxmlformats.org/drawingml/2006/main">
              <a:ext uri="{FF2B5EF4-FFF2-40B4-BE49-F238E27FC236}">
                <a16:creationId xmlns:a16="http://schemas.microsoft.com/office/drawing/2014/main" id="{AA3B6393-3090-4D9F-BF79-2862E65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66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sible-label-2">
            <a:extLst xmlns:a="http://schemas.openxmlformats.org/drawingml/2006/main">
              <a:ext uri="{FF2B5EF4-FFF2-40B4-BE49-F238E27FC236}">
                <a16:creationId xmlns:a16="http://schemas.microsoft.com/office/drawing/2014/main" id="{74282F73-77C0-48EB-9DFF-C3552DD3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27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RECURSOS</a:t>
            </a:r>
          </a:p>
        </p:txBody>
      </p:sp>
      <p:sp>
        <p:nvSpPr>
          <p:cNvPr id="19" name="feasible-text-2">
            <a:extLst xmlns:a="http://schemas.openxmlformats.org/drawingml/2006/main">
              <a:ext uri="{FF2B5EF4-FFF2-40B4-BE49-F238E27FC236}">
                <a16:creationId xmlns:a16="http://schemas.microsoft.com/office/drawing/2014/main" id="{68CE60A6-D83C-4ACF-BC88-DC607CAD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0450"/>
            <a:ext cx="636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2047"/>
                </a:solidFill>
                <a:latin typeface="Arial"/>
                <a:ea typeface="Arial"/>
                <a:cs typeface="Arial"/>
              </a:rPr>
              <a:t>Computadores, repositorios, base de datos y servicios en la nube.</a:t>
            </a:r>
          </a:p>
        </p:txBody>
      </p:sp>
      <p:sp>
        <p:nvSpPr>
          <p:cNvPr id="20" name="feasible-row-3">
            <a:extLst xmlns:a="http://schemas.openxmlformats.org/drawingml/2006/main">
              <a:ext uri="{FF2B5EF4-FFF2-40B4-BE49-F238E27FC236}">
                <a16:creationId xmlns:a16="http://schemas.microsoft.com/office/drawing/2014/main" id="{49DD52FA-8CC5-4E93-A652-6BE04B25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792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21" name="feasible-index-3">
            <a:extLst xmlns:a="http://schemas.openxmlformats.org/drawingml/2006/main">
              <a:ext uri="{FF2B5EF4-FFF2-40B4-BE49-F238E27FC236}">
                <a16:creationId xmlns:a16="http://schemas.microsoft.com/office/drawing/2014/main" id="{6A9C3B52-CBA2-47BD-A637-8A8EA144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66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easible-label-3">
            <a:extLst xmlns:a="http://schemas.openxmlformats.org/drawingml/2006/main">
              <a:ext uri="{FF2B5EF4-FFF2-40B4-BE49-F238E27FC236}">
                <a16:creationId xmlns:a16="http://schemas.microsoft.com/office/drawing/2014/main" id="{8AFA69BA-0248-4432-92AF-A9593FE8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3" name="feasible-text-3">
            <a:extLst xmlns:a="http://schemas.openxmlformats.org/drawingml/2006/main">
              <a:ext uri="{FF2B5EF4-FFF2-40B4-BE49-F238E27FC236}">
                <a16:creationId xmlns:a16="http://schemas.microsoft.com/office/drawing/2014/main" id="{54549BF3-C47F-4BBF-8301-3935EF98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91050"/>
            <a:ext cx="636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2047"/>
                </a:solidFill>
                <a:latin typeface="Arial"/>
                <a:ea typeface="Arial"/>
                <a:cs typeface="Arial"/>
              </a:rPr>
              <a:t>Planificación, trabajo incremental, revisiones y pruebas continuas.</a:t>
            </a:r>
          </a:p>
        </p:txBody>
      </p:sp>
      <p:sp>
        <p:nvSpPr>
          <p:cNvPr id="24" name="feasible-risk">
            <a:extLst xmlns:a="http://schemas.openxmlformats.org/drawingml/2006/main">
              <a:ext uri="{FF2B5EF4-FFF2-40B4-BE49-F238E27FC236}">
                <a16:creationId xmlns:a16="http://schemas.microsoft.com/office/drawing/2014/main" id="{1C3AC416-0F9C-440C-9DB4-DB77ABC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Riesgos principales: tiempo disponible e integración entre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3264995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AFB5EF-1B27-4B47-ACA6-628B9FE82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Objetivos del proyecto</a:t>
            </a:r>
          </a:p>
        </p:txBody>
      </p:sp>
      <p:sp>
        <p:nvSpPr>
          <p:cNvPr id="3" name="section-blue-4">
            <a:extLst xmlns:a="http://schemas.openxmlformats.org/drawingml/2006/main">
              <a:ext uri="{FF2B5EF4-FFF2-40B4-BE49-F238E27FC236}">
                <a16:creationId xmlns:a16="http://schemas.microsoft.com/office/drawing/2014/main" id="{1F61B6E3-5871-45BE-A142-73518CC0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4">
            <a:extLst xmlns:a="http://schemas.openxmlformats.org/drawingml/2006/main">
              <a:ext uri="{FF2B5EF4-FFF2-40B4-BE49-F238E27FC236}">
                <a16:creationId xmlns:a16="http://schemas.microsoft.com/office/drawing/2014/main" id="{91AE407A-B6E4-435A-AC9A-0C5E51D5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section-subtitle-4">
            <a:extLst xmlns:a="http://schemas.openxmlformats.org/drawingml/2006/main">
              <a:ext uri="{FF2B5EF4-FFF2-40B4-BE49-F238E27FC236}">
                <a16:creationId xmlns:a16="http://schemas.microsoft.com/office/drawing/2014/main" id="{1406261A-8164-48EB-AFF2-CE8B2118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Propósito general y resultados específicos esperados</a:t>
            </a:r>
          </a:p>
        </p:txBody>
      </p:sp>
      <p:sp>
        <p:nvSpPr>
          <p:cNvPr id="6" name="section-kicker-4">
            <a:extLst xmlns:a="http://schemas.openxmlformats.org/drawingml/2006/main">
              <a:ext uri="{FF2B5EF4-FFF2-40B4-BE49-F238E27FC236}">
                <a16:creationId xmlns:a16="http://schemas.microsoft.com/office/drawing/2014/main" id="{144F8CC8-78D5-4A7A-8C13-978C7EBB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E9A6274F-946F-4EA3-ADFF-3F75A3D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5efb00cb24d29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56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AB5CE32D-9E2F-1645-1A2B-7626976F6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9598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Objetivo general y objetivos específicos</a:t>
            </a:r>
            <a:endParaRPr/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1A785270-81A8-42EA-9774-5E1301B3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d5e119f7c4310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8041814F-708E-4E08-8B2B-22486A8F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DB2DDC2A-61A2-435F-AFBE-880B28EB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17514639-9451-4BD5-9DE7-F3424CE6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objective-general">
            <a:extLst xmlns:a="http://schemas.openxmlformats.org/drawingml/2006/main">
              <a:ext uri="{FF2B5EF4-FFF2-40B4-BE49-F238E27FC236}">
                <a16:creationId xmlns:a16="http://schemas.microsoft.com/office/drawing/2014/main" id="{085B7048-7EA2-4585-8763-263403D8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92480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ive-general-label">
            <a:extLst xmlns:a="http://schemas.openxmlformats.org/drawingml/2006/main">
              <a:ext uri="{FF2B5EF4-FFF2-40B4-BE49-F238E27FC236}">
                <a16:creationId xmlns:a16="http://schemas.microsoft.com/office/drawing/2014/main" id="{89DBE1C0-036F-4834-BDBD-8A7348BE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10" name="objective-general-text">
            <a:extLst xmlns:a="http://schemas.openxmlformats.org/drawingml/2006/main">
              <a:ext uri="{FF2B5EF4-FFF2-40B4-BE49-F238E27FC236}">
                <a16:creationId xmlns:a16="http://schemas.microsoft.com/office/drawing/2014/main" id="{49A71563-8FCA-47D9-8C81-4BE236FC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731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2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Desarrollar una plataforma web que centralice y optimice la gestión de reservas y procesos asociados de negocios que trabajan mediante agendamiento.</a:t>
            </a:r>
          </a:p>
        </p:txBody>
      </p:sp>
      <p:sp>
        <p:nvSpPr>
          <p:cNvPr id="11" name="objective-specifics">
            <a:extLst xmlns:a="http://schemas.openxmlformats.org/drawingml/2006/main">
              <a:ext uri="{FF2B5EF4-FFF2-40B4-BE49-F238E27FC236}">
                <a16:creationId xmlns:a16="http://schemas.microsoft.com/office/drawing/2014/main" id="{987AAF04-BA7E-4F17-A58E-C0A504AE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75247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>
              <a:spcAft>
                <a:spcPts val="12"/>
              </a:spcAft>
              <a:buChar char="•"/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t>Diseñar la arquitectura y el modelo de datos.</a:t>
            </a:r>
          </a:p>
          <a:p xmlns:a="http://schemas.openxmlformats.org/drawingml/2006/main">
            <a:pPr marL="22" indent="-12">
              <a:spcAft>
                <a:spcPts val="12"/>
              </a:spcAft>
              <a:buChar char="•"/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t>Desarrollar la gestión de reservas, clientes, profesionales, servicios y sucursales.</a:t>
            </a:r>
          </a:p>
          <a:p xmlns:a="http://schemas.openxmlformats.org/drawingml/2006/main">
            <a:pPr marL="22" indent="-12">
              <a:spcAft>
                <a:spcPts val="12"/>
              </a:spcAft>
              <a:buChar char="•"/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t>Implementar autenticación, autorización y seguridad.</a:t>
            </a:r>
          </a:p>
          <a:p xmlns:a="http://schemas.openxmlformats.org/drawingml/2006/main">
            <a:pPr marL="22" indent="-12">
              <a:spcAft>
                <a:spcPts val="12"/>
              </a:spcAft>
              <a:buChar char="•"/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t>Desarrollar un panel de gestión.</a:t>
            </a:r>
          </a:p>
          <a:p xmlns:a="http://schemas.openxmlformats.org/drawingml/2006/main">
            <a:pPr marL="22" indent="-12">
              <a:spcAft>
                <a:spcPts val="12"/>
              </a:spcAft>
              <a:buChar char="•"/>
              <a:defRPr sz="1500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t>Realizar pruebas de funcionamiento.</a:t>
            </a:r>
          </a:p>
        </p:txBody>
      </p:sp>
    </p:spTree>
    <p:extLst>
      <p:ext uri="{BB962C8B-B14F-4D97-AF65-F5344CB8AC3E}">
        <p14:creationId xmlns:p14="http://schemas.microsoft.com/office/powerpoint/2010/main" val="2227951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8BEE83-2DA2-43D1-B6A3-E370DAD2E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Metodología de trabajo</a:t>
            </a:r>
          </a:p>
        </p:txBody>
      </p:sp>
      <p:sp>
        <p:nvSpPr>
          <p:cNvPr id="3" name="section-blue-5">
            <a:extLst xmlns:a="http://schemas.openxmlformats.org/drawingml/2006/main">
              <a:ext uri="{FF2B5EF4-FFF2-40B4-BE49-F238E27FC236}">
                <a16:creationId xmlns:a16="http://schemas.microsoft.com/office/drawing/2014/main" id="{67563D65-FD87-437F-914B-36539BC0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5">
            <a:extLst xmlns:a="http://schemas.openxmlformats.org/drawingml/2006/main">
              <a:ext uri="{FF2B5EF4-FFF2-40B4-BE49-F238E27FC236}">
                <a16:creationId xmlns:a16="http://schemas.microsoft.com/office/drawing/2014/main" id="{B8F93BC1-AC8F-44B9-AB8F-6B05D9D6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ection-subtitle-5">
            <a:extLst xmlns:a="http://schemas.openxmlformats.org/drawingml/2006/main">
              <a:ext uri="{FF2B5EF4-FFF2-40B4-BE49-F238E27FC236}">
                <a16:creationId xmlns:a16="http://schemas.microsoft.com/office/drawing/2014/main" id="{BCD0EFDF-A6ED-432B-9113-6668CA1E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Desarrollo ágil e incremental con integración progresiva</a:t>
            </a:r>
          </a:p>
        </p:txBody>
      </p:sp>
      <p:sp>
        <p:nvSpPr>
          <p:cNvPr id="6" name="section-kicker-5">
            <a:extLst xmlns:a="http://schemas.openxmlformats.org/drawingml/2006/main">
              <a:ext uri="{FF2B5EF4-FFF2-40B4-BE49-F238E27FC236}">
                <a16:creationId xmlns:a16="http://schemas.microsoft.com/office/drawing/2014/main" id="{A8EE9553-A2AE-4E06-8904-A192CF10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099C5003-3253-40B7-BBB8-E028CD9B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4595d107d4efe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58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FA44457-E22B-0DF2-2122-D86C317C26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7757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Una metodología ágil para integrar el sistema por etapas</a:t>
            </a:r>
            <a:endParaRPr/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6CF8121A-9541-404D-9112-80B0A7F1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5cc81d32048fa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B74A522E-B982-484C-931B-244138BF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5F5034B4-6B8C-4E39-9B5B-727D3E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FB934825-BA69-419A-ABB0-9921D415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method-stage-0">
            <a:extLst xmlns:a="http://schemas.openxmlformats.org/drawingml/2006/main">
              <a:ext uri="{FF2B5EF4-FFF2-40B4-BE49-F238E27FC236}">
                <a16:creationId xmlns:a16="http://schemas.microsoft.com/office/drawing/2014/main" id="{1B2B061E-1721-4F74-B9E0-5FB35CC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7909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9" name="method-num-0">
            <a:extLst xmlns:a="http://schemas.openxmlformats.org/drawingml/2006/main">
              <a:ext uri="{FF2B5EF4-FFF2-40B4-BE49-F238E27FC236}">
                <a16:creationId xmlns:a16="http://schemas.microsoft.com/office/drawing/2014/main" id="{97A3AC1A-C2A4-4398-A1A6-9D56E681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1AB0B34E-9ED2-4434-8E1E-49436C62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ANÁLISIS</a:t>
            </a:r>
          </a:p>
        </p:txBody>
      </p:sp>
      <p:sp>
        <p:nvSpPr>
          <p:cNvPr id="11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B0DC7A31-F9DA-4864-8616-C9C80E57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B89"/>
                </a:solidFill>
                <a:latin typeface="Arial"/>
                <a:ea typeface="Arial"/>
                <a:cs typeface="Arial"/>
              </a:rPr>
              <a:t>Problema, alcance y requerimientos</a:t>
            </a:r>
          </a:p>
        </p:txBody>
      </p:sp>
      <p:sp>
        <p:nvSpPr>
          <p:cNvPr id="12" name="method-stage-1">
            <a:extLst xmlns:a="http://schemas.openxmlformats.org/drawingml/2006/main">
              <a:ext uri="{FF2B5EF4-FFF2-40B4-BE49-F238E27FC236}">
                <a16:creationId xmlns:a16="http://schemas.microsoft.com/office/drawing/2014/main" id="{20C88F89-0275-43C0-AA84-0FB7A99E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37909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3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270AA436-A9AD-44D3-9F66-E69FD6E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954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890FEB5A-8423-4600-8753-D91835B9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14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5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B4A815D1-E3A3-4183-AAE1-4A523D99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383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B89"/>
                </a:solidFill>
                <a:latin typeface="Arial"/>
                <a:ea typeface="Arial"/>
                <a:cs typeface="Arial"/>
              </a:rPr>
              <a:t>Arquitectura, datos e interfaces</a:t>
            </a:r>
          </a:p>
        </p:txBody>
      </p:sp>
      <p:sp>
        <p:nvSpPr>
          <p:cNvPr id="16" name="method-stage-2">
            <a:extLst xmlns:a="http://schemas.openxmlformats.org/drawingml/2006/main">
              <a:ext uri="{FF2B5EF4-FFF2-40B4-BE49-F238E27FC236}">
                <a16:creationId xmlns:a16="http://schemas.microsoft.com/office/drawing/2014/main" id="{9A199778-767F-4C88-BD4E-7202FC28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7909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7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5AC1333A-BF35-43C4-AA76-65F9F09F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8E7A3574-2DC3-4BC3-A155-3A157CEB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DESARROLLO</a:t>
            </a:r>
          </a:p>
        </p:txBody>
      </p:sp>
      <p:sp>
        <p:nvSpPr>
          <p:cNvPr id="19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DFE3B0E5-815B-473D-8C20-8A7EB938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B89"/>
                </a:solidFill>
                <a:latin typeface="Arial"/>
                <a:ea typeface="Arial"/>
                <a:cs typeface="Arial"/>
              </a:rPr>
              <a:t>Frontend, backend y base de datos</a:t>
            </a:r>
          </a:p>
        </p:txBody>
      </p:sp>
      <p:sp>
        <p:nvSpPr>
          <p:cNvPr id="20" name="method-stage-3">
            <a:extLst xmlns:a="http://schemas.openxmlformats.org/drawingml/2006/main">
              <a:ext uri="{FF2B5EF4-FFF2-40B4-BE49-F238E27FC236}">
                <a16:creationId xmlns:a16="http://schemas.microsoft.com/office/drawing/2014/main" id="{7157F4FE-1E8B-43CF-8AEC-BB4AF185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37909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21" name="method-num-3">
            <a:extLst xmlns:a="http://schemas.openxmlformats.org/drawingml/2006/main">
              <a:ext uri="{FF2B5EF4-FFF2-40B4-BE49-F238E27FC236}">
                <a16:creationId xmlns:a16="http://schemas.microsoft.com/office/drawing/2014/main" id="{34F0E1B9-803E-451B-A987-C52AF21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02E943EC-0D40-4245-A664-F280F4DE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INTEGRACIÓN</a:t>
            </a:r>
          </a:p>
        </p:txBody>
      </p:sp>
      <p:sp>
        <p:nvSpPr>
          <p:cNvPr id="23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6683F226-BA36-4CC0-90FD-7CAA8AB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B89"/>
                </a:solidFill>
                <a:latin typeface="Arial"/>
                <a:ea typeface="Arial"/>
                <a:cs typeface="Arial"/>
              </a:rPr>
              <a:t>Conexión progresiva de módulos</a:t>
            </a:r>
          </a:p>
        </p:txBody>
      </p:sp>
      <p:sp>
        <p:nvSpPr>
          <p:cNvPr id="24" name="method-stage-4">
            <a:extLst xmlns:a="http://schemas.openxmlformats.org/drawingml/2006/main">
              <a:ext uri="{FF2B5EF4-FFF2-40B4-BE49-F238E27FC236}">
                <a16:creationId xmlns:a16="http://schemas.microsoft.com/office/drawing/2014/main" id="{E5A60CE0-FB1A-4718-8D6C-BB70698D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7909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25" name="method-num-4">
            <a:extLst xmlns:a="http://schemas.openxmlformats.org/drawingml/2006/main">
              <a:ext uri="{FF2B5EF4-FFF2-40B4-BE49-F238E27FC236}">
                <a16:creationId xmlns:a16="http://schemas.microsoft.com/office/drawing/2014/main" id="{9F4EED46-CB22-4E9D-8033-17DDB89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3920BE6B-B75B-4525-9A73-40DC9A3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27" name="method-body-4">
            <a:extLst xmlns:a="http://schemas.openxmlformats.org/drawingml/2006/main">
              <a:ext uri="{FF2B5EF4-FFF2-40B4-BE49-F238E27FC236}">
                <a16:creationId xmlns:a16="http://schemas.microsoft.com/office/drawing/2014/main" id="{C3BF2D19-4027-43F4-8B48-3B6FE297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B89"/>
                </a:solidFill>
                <a:latin typeface="Arial"/>
                <a:ea typeface="Arial"/>
                <a:cs typeface="Arial"/>
              </a:rPr>
              <a:t>Validación, seguridad y correcciones</a:t>
            </a:r>
          </a:p>
        </p:txBody>
      </p:sp>
      <p:sp>
        <p:nvSpPr>
          <p:cNvPr id="28" name="method-stage-5">
            <a:extLst xmlns:a="http://schemas.openxmlformats.org/drawingml/2006/main">
              <a:ext uri="{FF2B5EF4-FFF2-40B4-BE49-F238E27FC236}">
                <a16:creationId xmlns:a16="http://schemas.microsoft.com/office/drawing/2014/main" id="{7098A0FF-193F-4182-97CF-A92543A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37909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29" name="method-num-5">
            <a:extLst xmlns:a="http://schemas.openxmlformats.org/drawingml/2006/main">
              <a:ext uri="{FF2B5EF4-FFF2-40B4-BE49-F238E27FC236}">
                <a16:creationId xmlns:a16="http://schemas.microsoft.com/office/drawing/2014/main" id="{301C7850-3F1D-4496-85D0-13C79DF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0055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method-title-5">
            <a:extLst xmlns:a="http://schemas.openxmlformats.org/drawingml/2006/main">
              <a:ext uri="{FF2B5EF4-FFF2-40B4-BE49-F238E27FC236}">
                <a16:creationId xmlns:a16="http://schemas.microsoft.com/office/drawing/2014/main" id="{8B0FEE61-AF99-449B-B7AD-D804E617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1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DOCUMENTACIÓN</a:t>
            </a:r>
          </a:p>
        </p:txBody>
      </p:sp>
      <p:sp>
        <p:nvSpPr>
          <p:cNvPr id="31" name="method-body-5">
            <a:extLst xmlns:a="http://schemas.openxmlformats.org/drawingml/2006/main">
              <a:ext uri="{FF2B5EF4-FFF2-40B4-BE49-F238E27FC236}">
                <a16:creationId xmlns:a16="http://schemas.microsoft.com/office/drawing/2014/main" id="{DB695E79-E3E9-4419-9960-B5D47BA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434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B89"/>
                </a:solidFill>
                <a:latin typeface="Arial"/>
                <a:ea typeface="Arial"/>
                <a:cs typeface="Arial"/>
              </a:rPr>
              <a:t>Evidencias, informe y presentación</a:t>
            </a:r>
          </a:p>
        </p:txBody>
      </p:sp>
      <p:sp>
        <p:nvSpPr>
          <p:cNvPr id="32" name="method-close">
            <a:extLst xmlns:a="http://schemas.openxmlformats.org/drawingml/2006/main">
              <a:ext uri="{FF2B5EF4-FFF2-40B4-BE49-F238E27FC236}">
                <a16:creationId xmlns:a16="http://schemas.microsoft.com/office/drawing/2014/main" id="{0A587852-6CFF-43D6-B6B5-BBBEEA45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Control del trabajo mediante Git y revisiones periódicas de ambos integrantes.</a:t>
            </a:r>
          </a:p>
        </p:txBody>
      </p:sp>
    </p:spTree>
    <p:extLst>
      <p:ext uri="{BB962C8B-B14F-4D97-AF65-F5344CB8AC3E}">
        <p14:creationId xmlns:p14="http://schemas.microsoft.com/office/powerpoint/2010/main" val="2729479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CC90FA-3659-4CCA-9A53-060CAA52E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de trabajo</a:t>
            </a:r>
          </a:p>
        </p:txBody>
      </p:sp>
      <p:sp>
        <p:nvSpPr>
          <p:cNvPr id="3" name="section-blue-6">
            <a:extLst xmlns:a="http://schemas.openxmlformats.org/drawingml/2006/main">
              <a:ext uri="{FF2B5EF4-FFF2-40B4-BE49-F238E27FC236}">
                <a16:creationId xmlns:a16="http://schemas.microsoft.com/office/drawing/2014/main" id="{D4A1A9D2-4F1E-4618-B869-EA49299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6">
            <a:extLst xmlns:a="http://schemas.openxmlformats.org/drawingml/2006/main">
              <a:ext uri="{FF2B5EF4-FFF2-40B4-BE49-F238E27FC236}">
                <a16:creationId xmlns:a16="http://schemas.microsoft.com/office/drawing/2014/main" id="{9A54DC73-743F-4379-A5AA-55CA723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ection-subtitle-6">
            <a:extLst xmlns:a="http://schemas.openxmlformats.org/drawingml/2006/main">
              <a:ext uri="{FF2B5EF4-FFF2-40B4-BE49-F238E27FC236}">
                <a16:creationId xmlns:a16="http://schemas.microsoft.com/office/drawing/2014/main" id="{37747F7A-8C9E-4D1C-826D-E6718B1D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Actividades, responsables y temporalidad del proyecto</a:t>
            </a:r>
          </a:p>
        </p:txBody>
      </p:sp>
      <p:sp>
        <p:nvSpPr>
          <p:cNvPr id="6" name="section-kicker-6">
            <a:extLst xmlns:a="http://schemas.openxmlformats.org/drawingml/2006/main">
              <a:ext uri="{FF2B5EF4-FFF2-40B4-BE49-F238E27FC236}">
                <a16:creationId xmlns:a16="http://schemas.microsoft.com/office/drawing/2014/main" id="{28593980-E56C-48AD-B11A-C2A68BE2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A70CEBEC-B3E7-4DF0-81DE-7628030D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1ba4f817b4ab4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143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D1F9AAD-1C50-7E68-92BC-05A61F9F3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7757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El plan avanza desde la definición hasta la entrega final</a:t>
            </a:r>
            <a:endParaRPr/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19896A66-6CE0-4AE7-98B3-0641F10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5aebce10b4461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45694B94-7F43-453D-9726-ECA6143E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BCC5CFC4-3AB8-44A7-80D5-727558A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84E784B3-6B97-40E0-BEE4-3681CE4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plan-phase-0">
            <a:extLst xmlns:a="http://schemas.openxmlformats.org/drawingml/2006/main">
              <a:ext uri="{FF2B5EF4-FFF2-40B4-BE49-F238E27FC236}">
                <a16:creationId xmlns:a16="http://schemas.microsoft.com/office/drawing/2014/main" id="{5A246B5E-02E9-4EF4-9E4F-DE3E9604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9" name="plan-weeks-0">
            <a:extLst xmlns:a="http://schemas.openxmlformats.org/drawingml/2006/main">
              <a:ext uri="{FF2B5EF4-FFF2-40B4-BE49-F238E27FC236}">
                <a16:creationId xmlns:a16="http://schemas.microsoft.com/office/drawing/2014/main" id="{C82F3453-4E9A-4D13-8228-C5A9027B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Semanas 1–4</a:t>
            </a:r>
          </a:p>
        </p:txBody>
      </p:sp>
      <p:sp>
        <p:nvSpPr>
          <p:cNvPr id="10" name="plan-dot-0">
            <a:extLst xmlns:a="http://schemas.openxmlformats.org/drawingml/2006/main">
              <a:ext uri="{FF2B5EF4-FFF2-40B4-BE49-F238E27FC236}">
                <a16:creationId xmlns:a16="http://schemas.microsoft.com/office/drawing/2014/main" id="{0FD5BF4B-9C26-4B1F-8D9B-DDB5D8B7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335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lan-line-0">
            <a:extLst xmlns:a="http://schemas.openxmlformats.org/drawingml/2006/main">
              <a:ext uri="{FF2B5EF4-FFF2-40B4-BE49-F238E27FC236}">
                <a16:creationId xmlns:a16="http://schemas.microsoft.com/office/drawing/2014/main" id="{89CE5AA2-B157-4FFD-88D9-6ED16C3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9545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lan-desc-0">
            <a:extLst xmlns:a="http://schemas.openxmlformats.org/drawingml/2006/main">
              <a:ext uri="{FF2B5EF4-FFF2-40B4-BE49-F238E27FC236}">
                <a16:creationId xmlns:a16="http://schemas.microsoft.com/office/drawing/2014/main" id="{10129576-0D09-49B1-8B48-ADB07A9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02047"/>
                </a:solidFill>
                <a:latin typeface="Arial"/>
                <a:ea typeface="Arial"/>
                <a:cs typeface="Arial"/>
              </a:rPr>
              <a:t>Requerimientos, planificación, arquitectura, modelo de datos y diseño de interfaces.</a:t>
            </a:r>
          </a:p>
        </p:txBody>
      </p:sp>
      <p:sp>
        <p:nvSpPr>
          <p:cNvPr id="13" name="plan-phase-1">
            <a:extLst xmlns:a="http://schemas.openxmlformats.org/drawingml/2006/main">
              <a:ext uri="{FF2B5EF4-FFF2-40B4-BE49-F238E27FC236}">
                <a16:creationId xmlns:a16="http://schemas.microsoft.com/office/drawing/2014/main" id="{E80F229A-26EC-4BA3-BA2E-368C97B4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FASE 2A</a:t>
            </a:r>
          </a:p>
        </p:txBody>
      </p:sp>
      <p:sp>
        <p:nvSpPr>
          <p:cNvPr id="14" name="plan-weeks-1">
            <a:extLst xmlns:a="http://schemas.openxmlformats.org/drawingml/2006/main">
              <a:ext uri="{FF2B5EF4-FFF2-40B4-BE49-F238E27FC236}">
                <a16:creationId xmlns:a16="http://schemas.microsoft.com/office/drawing/2014/main" id="{D09FC9D8-1A8D-43D1-9895-2633FBE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Semanas 5–9</a:t>
            </a:r>
          </a:p>
        </p:txBody>
      </p:sp>
      <p:sp>
        <p:nvSpPr>
          <p:cNvPr id="15" name="plan-dot-1">
            <a:extLst xmlns:a="http://schemas.openxmlformats.org/drawingml/2006/main">
              <a:ext uri="{FF2B5EF4-FFF2-40B4-BE49-F238E27FC236}">
                <a16:creationId xmlns:a16="http://schemas.microsoft.com/office/drawing/2014/main" id="{DD2F7EDD-863E-4115-AA7C-2E20F90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03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lan-line-1">
            <a:extLst xmlns:a="http://schemas.openxmlformats.org/drawingml/2006/main">
              <a:ext uri="{FF2B5EF4-FFF2-40B4-BE49-F238E27FC236}">
                <a16:creationId xmlns:a16="http://schemas.microsoft.com/office/drawing/2014/main" id="{AEDAAB7F-850C-4ED2-A47D-F0B3AE09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6225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lan-desc-1">
            <a:extLst xmlns:a="http://schemas.openxmlformats.org/drawingml/2006/main">
              <a:ext uri="{FF2B5EF4-FFF2-40B4-BE49-F238E27FC236}">
                <a16:creationId xmlns:a16="http://schemas.microsoft.com/office/drawing/2014/main" id="{4B8E8D39-3FA1-43F2-AE60-FE018BED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02047"/>
                </a:solidFill>
                <a:latin typeface="Arial"/>
                <a:ea typeface="Arial"/>
                <a:cs typeface="Arial"/>
              </a:rPr>
              <a:t>Backend, persistencia, seguridad, frontend y módulos de gestión.</a:t>
            </a:r>
          </a:p>
        </p:txBody>
      </p:sp>
      <p:sp>
        <p:nvSpPr>
          <p:cNvPr id="18" name="plan-phase-2">
            <a:extLst xmlns:a="http://schemas.openxmlformats.org/drawingml/2006/main">
              <a:ext uri="{FF2B5EF4-FFF2-40B4-BE49-F238E27FC236}">
                <a16:creationId xmlns:a16="http://schemas.microsoft.com/office/drawing/2014/main" id="{3E58375E-F97F-4129-9346-C06FD1D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FASE 2B</a:t>
            </a:r>
          </a:p>
        </p:txBody>
      </p:sp>
      <p:sp>
        <p:nvSpPr>
          <p:cNvPr id="19" name="plan-weeks-2">
            <a:extLst xmlns:a="http://schemas.openxmlformats.org/drawingml/2006/main">
              <a:ext uri="{FF2B5EF4-FFF2-40B4-BE49-F238E27FC236}">
                <a16:creationId xmlns:a16="http://schemas.microsoft.com/office/drawing/2014/main" id="{C1F6B0FF-F5DB-41BD-8D58-0AF5ACA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72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Semanas 8–15</a:t>
            </a:r>
          </a:p>
        </p:txBody>
      </p:sp>
      <p:sp>
        <p:nvSpPr>
          <p:cNvPr id="20" name="plan-dot-2">
            <a:extLst xmlns:a="http://schemas.openxmlformats.org/drawingml/2006/main">
              <a:ext uri="{FF2B5EF4-FFF2-40B4-BE49-F238E27FC236}">
                <a16:creationId xmlns:a16="http://schemas.microsoft.com/office/drawing/2014/main" id="{F643E651-5C93-4CEF-9C86-C2683ACC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lan-line-2">
            <a:extLst xmlns:a="http://schemas.openxmlformats.org/drawingml/2006/main">
              <a:ext uri="{FF2B5EF4-FFF2-40B4-BE49-F238E27FC236}">
                <a16:creationId xmlns:a16="http://schemas.microsoft.com/office/drawing/2014/main" id="{5217D0D5-8676-41C1-9195-C43F74B7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lan-desc-2">
            <a:extLst xmlns:a="http://schemas.openxmlformats.org/drawingml/2006/main">
              <a:ext uri="{FF2B5EF4-FFF2-40B4-BE49-F238E27FC236}">
                <a16:creationId xmlns:a16="http://schemas.microsoft.com/office/drawing/2014/main" id="{A4B42713-2152-4C2D-B3F7-8A1624C8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04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02047"/>
                </a:solidFill>
                <a:latin typeface="Arial"/>
                <a:ea typeface="Arial"/>
                <a:cs typeface="Arial"/>
              </a:rPr>
              <a:t>Reservas, agenda, integración, dashboard, pruebas y correcciones.</a:t>
            </a:r>
          </a:p>
        </p:txBody>
      </p:sp>
      <p:sp>
        <p:nvSpPr>
          <p:cNvPr id="23" name="plan-phase-3">
            <a:extLst xmlns:a="http://schemas.openxmlformats.org/drawingml/2006/main">
              <a:ext uri="{FF2B5EF4-FFF2-40B4-BE49-F238E27FC236}">
                <a16:creationId xmlns:a16="http://schemas.microsoft.com/office/drawing/2014/main" id="{4EDB07C7-F44E-4213-BE6F-08D0B7AD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24" name="plan-weeks-3">
            <a:extLst xmlns:a="http://schemas.openxmlformats.org/drawingml/2006/main">
              <a:ext uri="{FF2B5EF4-FFF2-40B4-BE49-F238E27FC236}">
                <a16:creationId xmlns:a16="http://schemas.microsoft.com/office/drawing/2014/main" id="{87172A0D-B77B-4401-A364-E3160878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5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Semanas 16–18</a:t>
            </a:r>
          </a:p>
        </p:txBody>
      </p:sp>
      <p:sp>
        <p:nvSpPr>
          <p:cNvPr id="25" name="plan-dot-3">
            <a:extLst xmlns:a="http://schemas.openxmlformats.org/drawingml/2006/main">
              <a:ext uri="{FF2B5EF4-FFF2-40B4-BE49-F238E27FC236}">
                <a16:creationId xmlns:a16="http://schemas.microsoft.com/office/drawing/2014/main" id="{A83139B5-1C4B-481D-8E35-350D0491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339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lan-desc-3">
            <a:extLst xmlns:a="http://schemas.openxmlformats.org/drawingml/2006/main">
              <a:ext uri="{FF2B5EF4-FFF2-40B4-BE49-F238E27FC236}">
                <a16:creationId xmlns:a16="http://schemas.microsoft.com/office/drawing/2014/main" id="{8337F995-945E-45C2-A589-90F0A75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02047"/>
                </a:solidFill>
                <a:latin typeface="Arial"/>
                <a:ea typeface="Arial"/>
                <a:cs typeface="Arial"/>
              </a:rPr>
              <a:t>Consolidación de evidencias, informe, demostración y presentación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507415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DD1F9AAD-1C50-7E68-92BC-05A61F9F3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Carta Gantt · 18 semanas</a:t>
            </a:r>
            <a:endParaRPr/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8772AF5D-3B41-4799-A52D-5D8A5BB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e09de90474c70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7C3B47B8-82CF-49CE-9974-F720E37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E1611B7B-E124-4C56-8E7C-2531DFC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49D99B3B-064A-440B-8AFB-61D827B8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gantt-header">
            <a:extLst xmlns:a="http://schemas.openxmlformats.org/drawingml/2006/main">
              <a:ext uri="{FF2B5EF4-FFF2-40B4-BE49-F238E27FC236}">
                <a16:creationId xmlns:a16="http://schemas.microsoft.com/office/drawing/2014/main" id="{9A0CBCBE-A58A-49C8-9B05-776FE2B1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924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antt-act-head">
            <a:extLst xmlns:a="http://schemas.openxmlformats.org/drawingml/2006/main">
              <a:ext uri="{FF2B5EF4-FFF2-40B4-BE49-F238E27FC236}">
                <a16:creationId xmlns:a16="http://schemas.microsoft.com/office/drawing/2014/main" id="{411D8FE7-53FB-4F3C-85D2-61CD9E0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10" name="week-1">
            <a:extLst xmlns:a="http://schemas.openxmlformats.org/drawingml/2006/main">
              <a:ext uri="{FF2B5EF4-FFF2-40B4-BE49-F238E27FC236}">
                <a16:creationId xmlns:a16="http://schemas.microsoft.com/office/drawing/2014/main" id="{90936769-CFF8-45A2-884A-200AA86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38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A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1" name="week-4">
            <a:extLst xmlns:a="http://schemas.openxmlformats.org/drawingml/2006/main">
              <a:ext uri="{FF2B5EF4-FFF2-40B4-BE49-F238E27FC236}">
                <a16:creationId xmlns:a16="http://schemas.microsoft.com/office/drawing/2014/main" id="{F553BBEE-84BE-402F-AAA8-EC1B7EA1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375" y="1638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A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12" name="week-8">
            <a:extLst xmlns:a="http://schemas.openxmlformats.org/drawingml/2006/main">
              <a:ext uri="{FF2B5EF4-FFF2-40B4-BE49-F238E27FC236}">
                <a16:creationId xmlns:a16="http://schemas.microsoft.com/office/drawing/2014/main" id="{C601A5FE-FC64-41A6-9A01-060177F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408" y="1638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AFF"/>
                </a:solidFill>
                <a:latin typeface="Arial"/>
                <a:ea typeface="Arial"/>
                <a:cs typeface="Arial"/>
              </a:rPr>
              <a:t>S8</a:t>
            </a:r>
          </a:p>
        </p:txBody>
      </p:sp>
      <p:sp>
        <p:nvSpPr>
          <p:cNvPr id="13" name="week-12">
            <a:extLst xmlns:a="http://schemas.openxmlformats.org/drawingml/2006/main">
              <a:ext uri="{FF2B5EF4-FFF2-40B4-BE49-F238E27FC236}">
                <a16:creationId xmlns:a16="http://schemas.microsoft.com/office/drawing/2014/main" id="{18B63B3B-ADC5-411D-91E5-25D2E613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442" y="1638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AFF"/>
                </a:solidFill>
                <a:latin typeface="Arial"/>
                <a:ea typeface="Arial"/>
                <a:cs typeface="Arial"/>
              </a:rPr>
              <a:t>S12</a:t>
            </a:r>
          </a:p>
        </p:txBody>
      </p:sp>
      <p:sp>
        <p:nvSpPr>
          <p:cNvPr id="14" name="week-16">
            <a:extLst xmlns:a="http://schemas.openxmlformats.org/drawingml/2006/main">
              <a:ext uri="{FF2B5EF4-FFF2-40B4-BE49-F238E27FC236}">
                <a16:creationId xmlns:a16="http://schemas.microsoft.com/office/drawing/2014/main" id="{1A375EE0-A057-4F6B-AB90-94E23CBC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475" y="1638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AFF"/>
                </a:solidFill>
                <a:latin typeface="Arial"/>
                <a:ea typeface="Arial"/>
                <a:cs typeface="Arial"/>
              </a:rPr>
              <a:t>S16</a:t>
            </a:r>
          </a:p>
        </p:txBody>
      </p:sp>
      <p:sp>
        <p:nvSpPr>
          <p:cNvPr id="15" name="week-18">
            <a:extLst xmlns:a="http://schemas.openxmlformats.org/drawingml/2006/main">
              <a:ext uri="{FF2B5EF4-FFF2-40B4-BE49-F238E27FC236}">
                <a16:creationId xmlns:a16="http://schemas.microsoft.com/office/drawing/2014/main" id="{F8FCADE4-65B1-4C01-8BC6-86A0C51D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492" y="1638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EAFF"/>
                </a:solidFill>
                <a:latin typeface="Arial"/>
                <a:ea typeface="Arial"/>
                <a:cs typeface="Arial"/>
              </a:rPr>
              <a:t>S18</a:t>
            </a:r>
          </a:p>
        </p:txBody>
      </p:sp>
      <p:sp>
        <p:nvSpPr>
          <p:cNvPr id="16" name="gantt-row-bg-0">
            <a:extLst xmlns:a="http://schemas.openxmlformats.org/drawingml/2006/main">
              <a:ext uri="{FF2B5EF4-FFF2-40B4-BE49-F238E27FC236}">
                <a16:creationId xmlns:a16="http://schemas.microsoft.com/office/drawing/2014/main" id="{40ABDE67-B9AB-483C-AE1D-0A5A666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92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antt-label-0">
            <a:extLst xmlns:a="http://schemas.openxmlformats.org/drawingml/2006/main">
              <a:ext uri="{FF2B5EF4-FFF2-40B4-BE49-F238E27FC236}">
                <a16:creationId xmlns:a16="http://schemas.microsoft.com/office/drawing/2014/main" id="{760D73BC-77E6-4BFD-99A1-D0992AEF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Requerimientos y planificación</a:t>
            </a:r>
          </a:p>
        </p:txBody>
      </p:sp>
      <p:sp>
        <p:nvSpPr>
          <p:cNvPr id="18" name="gantt-bar-0">
            <a:extLst xmlns:a="http://schemas.openxmlformats.org/drawingml/2006/main">
              <a:ext uri="{FF2B5EF4-FFF2-40B4-BE49-F238E27FC236}">
                <a16:creationId xmlns:a16="http://schemas.microsoft.com/office/drawing/2014/main" id="{84CC0457-B9B9-4240-A8AB-C71B283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560917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antt-label-1">
            <a:extLst xmlns:a="http://schemas.openxmlformats.org/drawingml/2006/main">
              <a:ext uri="{FF2B5EF4-FFF2-40B4-BE49-F238E27FC236}">
                <a16:creationId xmlns:a16="http://schemas.microsoft.com/office/drawing/2014/main" id="{4B39BC66-724A-41AD-B9E1-979E8179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Arquitectura y modelo de datos</a:t>
            </a:r>
          </a:p>
        </p:txBody>
      </p:sp>
      <p:sp>
        <p:nvSpPr>
          <p:cNvPr id="20" name="gantt-bar-1">
            <a:extLst xmlns:a="http://schemas.openxmlformats.org/drawingml/2006/main">
              <a:ext uri="{FF2B5EF4-FFF2-40B4-BE49-F238E27FC236}">
                <a16:creationId xmlns:a16="http://schemas.microsoft.com/office/drawing/2014/main" id="{2B77DABF-E545-4705-B364-D9F1B348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758" y="2667000"/>
            <a:ext cx="860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antt-row-bg-2">
            <a:extLst xmlns:a="http://schemas.openxmlformats.org/drawingml/2006/main">
              <a:ext uri="{FF2B5EF4-FFF2-40B4-BE49-F238E27FC236}">
                <a16:creationId xmlns:a16="http://schemas.microsoft.com/office/drawing/2014/main" id="{411EFAF2-8528-46F0-BBB7-902C01C4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92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antt-label-2">
            <a:extLst xmlns:a="http://schemas.openxmlformats.org/drawingml/2006/main">
              <a:ext uri="{FF2B5EF4-FFF2-40B4-BE49-F238E27FC236}">
                <a16:creationId xmlns:a16="http://schemas.microsoft.com/office/drawing/2014/main" id="{D43305F8-C198-4C6A-B11F-F7E5956B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Diseño de interfaces</a:t>
            </a:r>
          </a:p>
        </p:txBody>
      </p:sp>
      <p:sp>
        <p:nvSpPr>
          <p:cNvPr id="23" name="gantt-bar-2">
            <a:extLst xmlns:a="http://schemas.openxmlformats.org/drawingml/2006/main">
              <a:ext uri="{FF2B5EF4-FFF2-40B4-BE49-F238E27FC236}">
                <a16:creationId xmlns:a16="http://schemas.microsoft.com/office/drawing/2014/main" id="{D8395839-750F-4609-BF82-F86FB0B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758" y="3162300"/>
            <a:ext cx="860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antt-label-3">
            <a:extLst xmlns:a="http://schemas.openxmlformats.org/drawingml/2006/main">
              <a:ext uri="{FF2B5EF4-FFF2-40B4-BE49-F238E27FC236}">
                <a16:creationId xmlns:a16="http://schemas.microsoft.com/office/drawing/2014/main" id="{9ED58F88-4C3B-43EF-9374-6BFB26BF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Backend, datos y seguridad</a:t>
            </a:r>
          </a:p>
        </p:txBody>
      </p:sp>
      <p:sp>
        <p:nvSpPr>
          <p:cNvPr id="25" name="gantt-bar-3">
            <a:extLst xmlns:a="http://schemas.openxmlformats.org/drawingml/2006/main">
              <a:ext uri="{FF2B5EF4-FFF2-40B4-BE49-F238E27FC236}">
                <a16:creationId xmlns:a16="http://schemas.microsoft.com/office/drawing/2014/main" id="{902B221B-4747-4BC2-A851-F4F95058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83" y="3657600"/>
            <a:ext cx="1159933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antt-row-bg-4">
            <a:extLst xmlns:a="http://schemas.openxmlformats.org/drawingml/2006/main">
              <a:ext uri="{FF2B5EF4-FFF2-40B4-BE49-F238E27FC236}">
                <a16:creationId xmlns:a16="http://schemas.microsoft.com/office/drawing/2014/main" id="{3C0F0D21-2982-4D36-89DC-EA372C64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792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antt-label-4">
            <a:extLst xmlns:a="http://schemas.openxmlformats.org/drawingml/2006/main">
              <a:ext uri="{FF2B5EF4-FFF2-40B4-BE49-F238E27FC236}">
                <a16:creationId xmlns:a16="http://schemas.microsoft.com/office/drawing/2014/main" id="{9D145475-0048-4DA6-92DB-F29299B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Frontend y módulos</a:t>
            </a:r>
          </a:p>
        </p:txBody>
      </p:sp>
      <p:sp>
        <p:nvSpPr>
          <p:cNvPr id="28" name="gantt-bar-4">
            <a:extLst xmlns:a="http://schemas.openxmlformats.org/drawingml/2006/main">
              <a:ext uri="{FF2B5EF4-FFF2-40B4-BE49-F238E27FC236}">
                <a16:creationId xmlns:a16="http://schemas.microsoft.com/office/drawing/2014/main" id="{4E3D83C8-3C81-4672-B9FB-51586EA8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83" y="4152900"/>
            <a:ext cx="1459442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antt-label-5">
            <a:extLst xmlns:a="http://schemas.openxmlformats.org/drawingml/2006/main">
              <a:ext uri="{FF2B5EF4-FFF2-40B4-BE49-F238E27FC236}">
                <a16:creationId xmlns:a16="http://schemas.microsoft.com/office/drawing/2014/main" id="{B50D41B6-E957-455E-9848-2733F28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Reservas y agenda</a:t>
            </a:r>
          </a:p>
        </p:txBody>
      </p:sp>
      <p:sp>
        <p:nvSpPr>
          <p:cNvPr id="30" name="gantt-bar-5">
            <a:extLst xmlns:a="http://schemas.openxmlformats.org/drawingml/2006/main">
              <a:ext uri="{FF2B5EF4-FFF2-40B4-BE49-F238E27FC236}">
                <a16:creationId xmlns:a16="http://schemas.microsoft.com/office/drawing/2014/main" id="{C313E329-958A-45A8-93F2-6106538E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08" y="4648200"/>
            <a:ext cx="1459442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ntt-row-bg-6">
            <a:extLst xmlns:a="http://schemas.openxmlformats.org/drawingml/2006/main">
              <a:ext uri="{FF2B5EF4-FFF2-40B4-BE49-F238E27FC236}">
                <a16:creationId xmlns:a16="http://schemas.microsoft.com/office/drawing/2014/main" id="{3CABB4CF-779C-4B31-8554-474A7356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792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antt-label-6">
            <a:extLst xmlns:a="http://schemas.openxmlformats.org/drawingml/2006/main">
              <a:ext uri="{FF2B5EF4-FFF2-40B4-BE49-F238E27FC236}">
                <a16:creationId xmlns:a16="http://schemas.microsoft.com/office/drawing/2014/main" id="{9D1F4DB4-F3A7-488B-93A7-AECC13F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3963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Dashboard, pruebas y correcciones</a:t>
            </a:r>
          </a:p>
        </p:txBody>
      </p:sp>
      <p:sp>
        <p:nvSpPr>
          <p:cNvPr id="33" name="gantt-bar-6">
            <a:extLst xmlns:a="http://schemas.openxmlformats.org/drawingml/2006/main">
              <a:ext uri="{FF2B5EF4-FFF2-40B4-BE49-F238E27FC236}">
                <a16:creationId xmlns:a16="http://schemas.microsoft.com/office/drawing/2014/main" id="{8021AB72-3145-44A9-9C7C-2933752A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333" y="5143500"/>
            <a:ext cx="1459442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antt-label-7">
            <a:extLst xmlns:a="http://schemas.openxmlformats.org/drawingml/2006/main">
              <a:ext uri="{FF2B5EF4-FFF2-40B4-BE49-F238E27FC236}">
                <a16:creationId xmlns:a16="http://schemas.microsoft.com/office/drawing/2014/main" id="{428FB686-D2EC-4DE4-A142-F2596AA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4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047"/>
                </a:solidFill>
                <a:latin typeface="Arial"/>
                <a:ea typeface="Arial"/>
                <a:cs typeface="Arial"/>
              </a:rPr>
              <a:t>Documentación y presentación</a:t>
            </a:r>
          </a:p>
        </p:txBody>
      </p:sp>
      <p:sp>
        <p:nvSpPr>
          <p:cNvPr id="35" name="gantt-bar-7">
            <a:extLst xmlns:a="http://schemas.openxmlformats.org/drawingml/2006/main">
              <a:ext uri="{FF2B5EF4-FFF2-40B4-BE49-F238E27FC236}">
                <a16:creationId xmlns:a16="http://schemas.microsoft.com/office/drawing/2014/main" id="{75E0368C-8C23-49E4-B53C-2B6E543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875" y="5638800"/>
            <a:ext cx="860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gantt-owner">
            <a:extLst xmlns:a="http://schemas.openxmlformats.org/drawingml/2006/main">
              <a:ext uri="{FF2B5EF4-FFF2-40B4-BE49-F238E27FC236}">
                <a16:creationId xmlns:a16="http://schemas.microsoft.com/office/drawing/2014/main" id="{972E63C4-8446-48BA-A9B1-6ADF1035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792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Responsables: Vicente Heredia y Vicente Bustos</a:t>
            </a:r>
          </a:p>
        </p:txBody>
      </p:sp>
    </p:spTree>
    <p:extLst>
      <p:ext uri="{BB962C8B-B14F-4D97-AF65-F5344CB8AC3E}">
        <p14:creationId xmlns:p14="http://schemas.microsoft.com/office/powerpoint/2010/main" val="5074159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C81016-307D-4AE4-B703-ACCC62FDC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Evidencias esperadas</a:t>
            </a:r>
          </a:p>
        </p:txBody>
      </p:sp>
      <p:sp>
        <p:nvSpPr>
          <p:cNvPr id="3" name="section-blue-7">
            <a:extLst xmlns:a="http://schemas.openxmlformats.org/drawingml/2006/main">
              <a:ext uri="{FF2B5EF4-FFF2-40B4-BE49-F238E27FC236}">
                <a16:creationId xmlns:a16="http://schemas.microsoft.com/office/drawing/2014/main" id="{22E0BC4D-4163-4D37-B9B5-6848682E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7">
            <a:extLst xmlns:a="http://schemas.openxmlformats.org/drawingml/2006/main">
              <a:ext uri="{FF2B5EF4-FFF2-40B4-BE49-F238E27FC236}">
                <a16:creationId xmlns:a16="http://schemas.microsoft.com/office/drawing/2014/main" id="{54ECA69C-A84D-425C-B14F-30451E7F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section-subtitle-7">
            <a:extLst xmlns:a="http://schemas.openxmlformats.org/drawingml/2006/main">
              <a:ext uri="{FF2B5EF4-FFF2-40B4-BE49-F238E27FC236}">
                <a16:creationId xmlns:a16="http://schemas.microsoft.com/office/drawing/2014/main" id="{F556A18D-AA4B-49FD-947C-4A989F5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Productos que demostrarán el avance y el resultado final</a:t>
            </a:r>
          </a:p>
        </p:txBody>
      </p:sp>
      <p:sp>
        <p:nvSpPr>
          <p:cNvPr id="6" name="section-kicker-7">
            <a:extLst xmlns:a="http://schemas.openxmlformats.org/drawingml/2006/main">
              <a:ext uri="{FF2B5EF4-FFF2-40B4-BE49-F238E27FC236}">
                <a16:creationId xmlns:a16="http://schemas.microsoft.com/office/drawing/2014/main" id="{9D1F13CF-2388-450B-84B3-173E7BB1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3DA520D9-A670-46F5-AAC3-31535DF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280ef6ae54b26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55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7757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Las evidencias conectan diseño, desarrollo y validación</a:t>
            </a:r>
            <a:endParaRPr/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E802DF6C-1996-425E-B9CA-C247B84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89135e1484062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6819665F-38D4-4E78-9DC2-424BB64D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16">
            <a:extLst xmlns:a="http://schemas.openxmlformats.org/drawingml/2006/main">
              <a:ext uri="{FF2B5EF4-FFF2-40B4-BE49-F238E27FC236}">
                <a16:creationId xmlns:a16="http://schemas.microsoft.com/office/drawing/2014/main" id="{BA0E422B-0305-4345-988D-6FA50A4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8EE29678-56C6-446E-9BC9-A90A44D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evidence-row-0">
            <a:extLst xmlns:a="http://schemas.openxmlformats.org/drawingml/2006/main">
              <a:ext uri="{FF2B5EF4-FFF2-40B4-BE49-F238E27FC236}">
                <a16:creationId xmlns:a16="http://schemas.microsoft.com/office/drawing/2014/main" id="{842223A0-6DA7-495A-B01F-48BF772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924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9" name="evidence-type-bg-0">
            <a:extLst xmlns:a="http://schemas.openxmlformats.org/drawingml/2006/main">
              <a:ext uri="{FF2B5EF4-FFF2-40B4-BE49-F238E27FC236}">
                <a16:creationId xmlns:a16="http://schemas.microsoft.com/office/drawing/2014/main" id="{1ED3563C-BBE6-49F3-A295-CD5FFAE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239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type-0">
            <a:extLst xmlns:a="http://schemas.openxmlformats.org/drawingml/2006/main">
              <a:ext uri="{FF2B5EF4-FFF2-40B4-BE49-F238E27FC236}">
                <a16:creationId xmlns:a16="http://schemas.microsoft.com/office/drawing/2014/main" id="{4508A30A-538D-4FC7-892D-564F5370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AVANCE</a:t>
            </a:r>
          </a:p>
        </p:txBody>
      </p:sp>
      <p:sp>
        <p:nvSpPr>
          <p:cNvPr id="11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0C1F7363-DF52-42CE-933C-757B481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8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Análisis y diseño del sistema</a:t>
            </a:r>
          </a:p>
        </p:txBody>
      </p:sp>
      <p:sp>
        <p:nvSpPr>
          <p:cNvPr id="12" name="evidence-desc-0">
            <a:extLst xmlns:a="http://schemas.openxmlformats.org/drawingml/2006/main">
              <a:ext uri="{FF2B5EF4-FFF2-40B4-BE49-F238E27FC236}">
                <a16:creationId xmlns:a16="http://schemas.microsoft.com/office/drawing/2014/main" id="{CF9E1D62-83C7-43F2-A82A-D40FECA9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85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B89"/>
                </a:solidFill>
                <a:latin typeface="Arial"/>
                <a:ea typeface="Arial"/>
                <a:cs typeface="Arial"/>
              </a:rPr>
              <a:t>Alcance, requerimientos, arquitectura, modelo de datos y flujos.</a:t>
            </a:r>
          </a:p>
        </p:txBody>
      </p:sp>
      <p:sp>
        <p:nvSpPr>
          <p:cNvPr id="13" name="evidence-row-1">
            <a:extLst xmlns:a="http://schemas.openxmlformats.org/drawingml/2006/main">
              <a:ext uri="{FF2B5EF4-FFF2-40B4-BE49-F238E27FC236}">
                <a16:creationId xmlns:a16="http://schemas.microsoft.com/office/drawing/2014/main" id="{2898D102-DFA7-41E2-9BE1-784C0248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924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4" name="evidence-type-bg-1">
            <a:extLst xmlns:a="http://schemas.openxmlformats.org/drawingml/2006/main">
              <a:ext uri="{FF2B5EF4-FFF2-40B4-BE49-F238E27FC236}">
                <a16:creationId xmlns:a16="http://schemas.microsoft.com/office/drawing/2014/main" id="{9CAC831C-995F-4399-9595-E96A68BD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1239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type-1">
            <a:extLst xmlns:a="http://schemas.openxmlformats.org/drawingml/2006/main">
              <a:ext uri="{FF2B5EF4-FFF2-40B4-BE49-F238E27FC236}">
                <a16:creationId xmlns:a16="http://schemas.microsoft.com/office/drawing/2014/main" id="{542BCF5E-E67B-4273-BDDF-7E723473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AVANCE</a:t>
            </a:r>
          </a:p>
        </p:txBody>
      </p:sp>
      <p:sp>
        <p:nvSpPr>
          <p:cNvPr id="16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8F3C841C-918D-40A7-A62F-4C756FB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24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Prototipo funcional integrado</a:t>
            </a:r>
          </a:p>
        </p:txBody>
      </p:sp>
      <p:sp>
        <p:nvSpPr>
          <p:cNvPr id="17" name="evidence-desc-1">
            <a:extLst xmlns:a="http://schemas.openxmlformats.org/drawingml/2006/main">
              <a:ext uri="{FF2B5EF4-FFF2-40B4-BE49-F238E27FC236}">
                <a16:creationId xmlns:a16="http://schemas.microsoft.com/office/drawing/2014/main" id="{EE4F4FB9-BAB2-415F-8CC3-553BDFB0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28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Capturas y demostración de autenticación, clientes, servicios, profesionales, sucursales y reservas.</a:t>
            </a:r>
          </a:p>
        </p:txBody>
      </p:sp>
      <p:sp>
        <p:nvSpPr>
          <p:cNvPr id="18" name="evidence-row-2">
            <a:extLst xmlns:a="http://schemas.openxmlformats.org/drawingml/2006/main">
              <a:ext uri="{FF2B5EF4-FFF2-40B4-BE49-F238E27FC236}">
                <a16:creationId xmlns:a16="http://schemas.microsoft.com/office/drawing/2014/main" id="{B0750FCE-AB70-400D-B76C-29AE3AE1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924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19" name="evidence-type-bg-2">
            <a:extLst xmlns:a="http://schemas.openxmlformats.org/drawingml/2006/main">
              <a:ext uri="{FF2B5EF4-FFF2-40B4-BE49-F238E27FC236}">
                <a16:creationId xmlns:a16="http://schemas.microsoft.com/office/drawing/2014/main" id="{DC0366EB-2011-46EA-A4D2-D7762DD1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1239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type-2">
            <a:extLst xmlns:a="http://schemas.openxmlformats.org/drawingml/2006/main">
              <a:ext uri="{FF2B5EF4-FFF2-40B4-BE49-F238E27FC236}">
                <a16:creationId xmlns:a16="http://schemas.microsoft.com/office/drawing/2014/main" id="{E8D42D55-509C-4AD2-AA3D-AC345E5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21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CDEEBCE3-A0F7-49F7-BA9A-59F32FCC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67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Pruebas y validación</a:t>
            </a:r>
          </a:p>
        </p:txBody>
      </p:sp>
      <p:sp>
        <p:nvSpPr>
          <p:cNvPr id="22" name="evidence-desc-2">
            <a:extLst xmlns:a="http://schemas.openxmlformats.org/drawingml/2006/main">
              <a:ext uri="{FF2B5EF4-FFF2-40B4-BE49-F238E27FC236}">
                <a16:creationId xmlns:a16="http://schemas.microsoft.com/office/drawing/2014/main" id="{6EB66FB4-C3A4-401A-BD7E-AA8F754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71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B89"/>
                </a:solidFill>
                <a:latin typeface="Arial"/>
                <a:ea typeface="Arial"/>
                <a:cs typeface="Arial"/>
              </a:rPr>
              <a:t>Casos de prueba, resultados, correcciones y validación de accesos e integración.</a:t>
            </a:r>
          </a:p>
        </p:txBody>
      </p:sp>
      <p:sp>
        <p:nvSpPr>
          <p:cNvPr id="23" name="evidence-row-3">
            <a:extLst xmlns:a="http://schemas.openxmlformats.org/drawingml/2006/main">
              <a:ext uri="{FF2B5EF4-FFF2-40B4-BE49-F238E27FC236}">
                <a16:creationId xmlns:a16="http://schemas.microsoft.com/office/drawing/2014/main" id="{9B07AAAE-5AAB-48D6-A357-22A1B3C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79248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2"/>
            </a:solidFill>
            <a:prstDash val="solid"/>
          </a:ln>
        </p:spPr>
      </p:sp>
      <p:sp>
        <p:nvSpPr>
          <p:cNvPr id="24" name="evidence-type-bg-3">
            <a:extLst xmlns:a="http://schemas.openxmlformats.org/drawingml/2006/main">
              <a:ext uri="{FF2B5EF4-FFF2-40B4-BE49-F238E27FC236}">
                <a16:creationId xmlns:a16="http://schemas.microsoft.com/office/drawing/2014/main" id="{F2627349-AD4A-4019-9AFD-F4C628B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1239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idence-type-3">
            <a:extLst xmlns:a="http://schemas.openxmlformats.org/drawingml/2006/main">
              <a:ext uri="{FF2B5EF4-FFF2-40B4-BE49-F238E27FC236}">
                <a16:creationId xmlns:a16="http://schemas.microsoft.com/office/drawing/2014/main" id="{F3D5D4C1-7B63-419B-8B68-863C427C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26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0CD09782-6B82-43C1-9222-F8D4764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Sistema final e informe APT</a:t>
            </a:r>
          </a:p>
        </p:txBody>
      </p:sp>
      <p:sp>
        <p:nvSpPr>
          <p:cNvPr id="27" name="evidence-desc-3">
            <a:extLst xmlns:a="http://schemas.openxmlformats.org/drawingml/2006/main">
              <a:ext uri="{FF2B5EF4-FFF2-40B4-BE49-F238E27FC236}">
                <a16:creationId xmlns:a16="http://schemas.microsoft.com/office/drawing/2014/main" id="{211CBF30-5E54-48DF-8079-4949E787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B89"/>
                </a:solidFill>
                <a:latin typeface="Arial"/>
                <a:ea typeface="Arial"/>
                <a:cs typeface="Arial"/>
              </a:rPr>
              <a:t>Versión funcional de Hurry Up, informe final, evidencias visuales y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C81016-307D-4AE4-B703-ACCC62FDC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57500" y="2381250"/>
            <a:ext cx="5429250" cy="114300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Vistas de Hurry Up</a:t>
            </a:r>
          </a:p>
        </p:txBody>
      </p:sp>
      <p:sp>
        <p:nvSpPr>
          <p:cNvPr id="3" name="section-blue-8">
            <a:extLst xmlns:a="http://schemas.openxmlformats.org/drawingml/2006/main">
              <a:ext uri="{FF2B5EF4-FFF2-40B4-BE49-F238E27FC236}">
                <a16:creationId xmlns:a16="http://schemas.microsoft.com/office/drawing/2014/main" id="{68A17FAB-9829-408B-8BA1-E4CF96A5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-8">
            <a:extLst xmlns:a="http://schemas.openxmlformats.org/drawingml/2006/main">
              <a:ext uri="{FF2B5EF4-FFF2-40B4-BE49-F238E27FC236}">
                <a16:creationId xmlns:a16="http://schemas.microsoft.com/office/drawing/2014/main" id="{20C445E8-19A2-4061-82FC-F66FE708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ection-subtitle-8">
            <a:extLst xmlns:a="http://schemas.openxmlformats.org/drawingml/2006/main">
              <a:ext uri="{FF2B5EF4-FFF2-40B4-BE49-F238E27FC236}">
                <a16:creationId xmlns:a16="http://schemas.microsoft.com/office/drawing/2014/main" id="{E419BCEF-4DB0-46D6-BF16-A9D1E5E7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CEAFF"/>
                </a:solidFill>
                <a:latin typeface="Arial"/>
                <a:ea typeface="Arial"/>
                <a:cs typeface="Arial"/>
              </a:rPr>
              <a:t>Espacios preparados para incorporar las capturas del sistema</a:t>
            </a:r>
          </a:p>
        </p:txBody>
      </p:sp>
      <p:sp>
        <p:nvSpPr>
          <p:cNvPr id="6" name="section-kicker-8">
            <a:extLst xmlns:a="http://schemas.openxmlformats.org/drawingml/2006/main">
              <a:ext uri="{FF2B5EF4-FFF2-40B4-BE49-F238E27FC236}">
                <a16:creationId xmlns:a16="http://schemas.microsoft.com/office/drawing/2014/main" id="{917891E5-744F-4429-9DC3-8AF42DF4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3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3FF"/>
                </a:solidFill>
                <a:latin typeface="Arial"/>
                <a:ea typeface="Arial"/>
                <a:cs typeface="Arial"/>
              </a:rPr>
              <a:t>FASE 1 · DEFINICIÓN DEL PROYECTO APT</a:t>
            </a:r>
          </a:p>
        </p:txBody>
      </p:sp>
      <p:sp>
        <p:nvSpPr>
          <p:cNvPr id="7" name="logo-back-720-42">
            <a:extLst xmlns:a="http://schemas.openxmlformats.org/drawingml/2006/main">
              <a:ext uri="{FF2B5EF4-FFF2-40B4-BE49-F238E27FC236}">
                <a16:creationId xmlns:a16="http://schemas.microsoft.com/office/drawing/2014/main" id="{B8F80873-5F3A-4381-95C0-5F90395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7bffe3cc84439"/>
          <a:stretch xmlns:a="http://schemas.openxmlformats.org/drawingml/2006/main"/>
        </p:blipFill>
        <p:spPr>
          <a:xfrm xmlns:a="http://schemas.openxmlformats.org/drawingml/2006/main">
            <a:off x="6858000" y="520773"/>
            <a:ext cx="1524000" cy="330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557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Cliente · Perfil del negocio</a:t>
            </a:r>
            <a:endParaRPr/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A8270428-D176-48A4-BB50-49D9E8B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dfbedef464cef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75E3B276-4A58-4A2D-93D1-C70D0BA8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18">
            <a:extLst xmlns:a="http://schemas.openxmlformats.org/drawingml/2006/main">
              <a:ext uri="{FF2B5EF4-FFF2-40B4-BE49-F238E27FC236}">
                <a16:creationId xmlns:a16="http://schemas.microsoft.com/office/drawing/2014/main" id="{F07FC6AF-637C-46F4-B7E0-4CEBD41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18">
            <a:extLst xmlns:a="http://schemas.openxmlformats.org/drawingml/2006/main">
              <a:ext uri="{FF2B5EF4-FFF2-40B4-BE49-F238E27FC236}">
                <a16:creationId xmlns:a16="http://schemas.microsoft.com/office/drawing/2014/main" id="{BBAEABE9-7AE6-4B46-ABB7-F7DBC637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shot-shadow-18">
            <a:extLst xmlns:a="http://schemas.openxmlformats.org/drawingml/2006/main">
              <a:ext uri="{FF2B5EF4-FFF2-40B4-BE49-F238E27FC236}">
                <a16:creationId xmlns:a16="http://schemas.microsoft.com/office/drawing/2014/main" id="{0E85F928-7535-4327-B7CF-4F5676D7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18">
            <a:extLst xmlns:a="http://schemas.openxmlformats.org/drawingml/2006/main">
              <a:ext uri="{FF2B5EF4-FFF2-40B4-BE49-F238E27FC236}">
                <a16:creationId xmlns:a16="http://schemas.microsoft.com/office/drawing/2014/main" id="{94AE8976-43A4-43FE-A656-4AE4EEF1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18">
            <a:extLst xmlns:a="http://schemas.openxmlformats.org/drawingml/2006/main">
              <a:ext uri="{FF2B5EF4-FFF2-40B4-BE49-F238E27FC236}">
                <a16:creationId xmlns:a16="http://schemas.microsoft.com/office/drawing/2014/main" id="{F0F7767E-699C-490D-8FAE-7745F7E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18-0">
            <a:extLst xmlns:a="http://schemas.openxmlformats.org/drawingml/2006/main">
              <a:ext uri="{FF2B5EF4-FFF2-40B4-BE49-F238E27FC236}">
                <a16:creationId xmlns:a16="http://schemas.microsoft.com/office/drawing/2014/main" id="{41ADA5B0-421E-44CB-ADCB-7EECD93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18-1">
            <a:extLst xmlns:a="http://schemas.openxmlformats.org/drawingml/2006/main">
              <a:ext uri="{FF2B5EF4-FFF2-40B4-BE49-F238E27FC236}">
                <a16:creationId xmlns:a16="http://schemas.microsoft.com/office/drawing/2014/main" id="{3AA81C7B-FE70-4DE4-B70A-BAE8CB72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18-2">
            <a:extLst xmlns:a="http://schemas.openxmlformats.org/drawingml/2006/main">
              <a:ext uri="{FF2B5EF4-FFF2-40B4-BE49-F238E27FC236}">
                <a16:creationId xmlns:a16="http://schemas.microsoft.com/office/drawing/2014/main" id="{13BFF693-83A0-4187-929F-88B743CC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3fa0e19ee4f02"/>
          <a:stretch xmlns:a="http://schemas.openxmlformats.org/drawingml/2006/main"/>
        </p:blipFill>
        <p:spPr>
          <a:xfrm xmlns:a="http://schemas.openxmlformats.org/drawingml/2006/main">
            <a:off x="685800" y="1847125"/>
            <a:ext cx="7620000" cy="3640000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18">
            <a:extLst xmlns:a="http://schemas.openxmlformats.org/drawingml/2006/main">
              <a:ext uri="{FF2B5EF4-FFF2-40B4-BE49-F238E27FC236}">
                <a16:creationId xmlns:a16="http://schemas.microsoft.com/office/drawing/2014/main" id="{8B57CA0A-B3A8-49C5-9EA5-38B4F979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Vista cliente del negocio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Cliente · Selección de servicios</a:t>
            </a:r>
            <a:endParaRPr/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7D590CAA-ADB1-4A88-BA03-74E9B366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b27b90fea43e3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A40B1998-B872-4C31-9B98-15A1EE14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19">
            <a:extLst xmlns:a="http://schemas.openxmlformats.org/drawingml/2006/main">
              <a:ext uri="{FF2B5EF4-FFF2-40B4-BE49-F238E27FC236}">
                <a16:creationId xmlns:a16="http://schemas.microsoft.com/office/drawing/2014/main" id="{064C7854-5625-410E-A642-061608A7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19">
            <a:extLst xmlns:a="http://schemas.openxmlformats.org/drawingml/2006/main">
              <a:ext uri="{FF2B5EF4-FFF2-40B4-BE49-F238E27FC236}">
                <a16:creationId xmlns:a16="http://schemas.microsoft.com/office/drawing/2014/main" id="{116AE057-8A0F-4650-A947-7BE00EEC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shot-shadow-19">
            <a:extLst xmlns:a="http://schemas.openxmlformats.org/drawingml/2006/main">
              <a:ext uri="{FF2B5EF4-FFF2-40B4-BE49-F238E27FC236}">
                <a16:creationId xmlns:a16="http://schemas.microsoft.com/office/drawing/2014/main" id="{B295ECD1-EDFD-4A8C-8E44-3E693FC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19">
            <a:extLst xmlns:a="http://schemas.openxmlformats.org/drawingml/2006/main">
              <a:ext uri="{FF2B5EF4-FFF2-40B4-BE49-F238E27FC236}">
                <a16:creationId xmlns:a16="http://schemas.microsoft.com/office/drawing/2014/main" id="{C37102EF-9DA9-4537-AFE9-9888AD73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19">
            <a:extLst xmlns:a="http://schemas.openxmlformats.org/drawingml/2006/main">
              <a:ext uri="{FF2B5EF4-FFF2-40B4-BE49-F238E27FC236}">
                <a16:creationId xmlns:a16="http://schemas.microsoft.com/office/drawing/2014/main" id="{DCE73E29-72E2-4C50-BEB2-E216B8D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19-0">
            <a:extLst xmlns:a="http://schemas.openxmlformats.org/drawingml/2006/main">
              <a:ext uri="{FF2B5EF4-FFF2-40B4-BE49-F238E27FC236}">
                <a16:creationId xmlns:a16="http://schemas.microsoft.com/office/drawing/2014/main" id="{2B3D8B59-17C0-41EF-AFC7-5CC8143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19-1">
            <a:extLst xmlns:a="http://schemas.openxmlformats.org/drawingml/2006/main">
              <a:ext uri="{FF2B5EF4-FFF2-40B4-BE49-F238E27FC236}">
                <a16:creationId xmlns:a16="http://schemas.microsoft.com/office/drawing/2014/main" id="{04F1E375-1575-4A8B-BD20-E8EBA4A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19-2">
            <a:extLst xmlns:a="http://schemas.openxmlformats.org/drawingml/2006/main">
              <a:ext uri="{FF2B5EF4-FFF2-40B4-BE49-F238E27FC236}">
                <a16:creationId xmlns:a16="http://schemas.microsoft.com/office/drawing/2014/main" id="{9F1C3004-4AE2-49FF-85BF-4FDF248C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d1a1f26934324"/>
          <a:stretch xmlns:a="http://schemas.openxmlformats.org/drawingml/2006/main"/>
        </p:blipFill>
        <p:spPr>
          <a:xfrm xmlns:a="http://schemas.openxmlformats.org/drawingml/2006/main">
            <a:off x="685800" y="1842167"/>
            <a:ext cx="7620000" cy="3649916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19">
            <a:extLst xmlns:a="http://schemas.openxmlformats.org/drawingml/2006/main">
              <a:ext uri="{FF2B5EF4-FFF2-40B4-BE49-F238E27FC236}">
                <a16:creationId xmlns:a16="http://schemas.microsoft.com/office/drawing/2014/main" id="{DB51792B-5FCD-4BAA-9A16-AF493ED7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Servicios para pedir hora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Cliente · Reserva exitosa</a:t>
            </a:r>
            <a:endParaRPr/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0668CBE5-E48D-426E-A832-B34A136C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94ba184554517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0">
            <a:extLst xmlns:a="http://schemas.openxmlformats.org/drawingml/2006/main">
              <a:ext uri="{FF2B5EF4-FFF2-40B4-BE49-F238E27FC236}">
                <a16:creationId xmlns:a16="http://schemas.microsoft.com/office/drawing/2014/main" id="{335F06DE-2247-48DA-9441-74790696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0">
            <a:extLst xmlns:a="http://schemas.openxmlformats.org/drawingml/2006/main">
              <a:ext uri="{FF2B5EF4-FFF2-40B4-BE49-F238E27FC236}">
                <a16:creationId xmlns:a16="http://schemas.microsoft.com/office/drawing/2014/main" id="{B53D1258-7FDA-4DBA-8D92-BEA9C4DE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0">
            <a:extLst xmlns:a="http://schemas.openxmlformats.org/drawingml/2006/main">
              <a:ext uri="{FF2B5EF4-FFF2-40B4-BE49-F238E27FC236}">
                <a16:creationId xmlns:a16="http://schemas.microsoft.com/office/drawing/2014/main" id="{5CDFAA0D-1327-437B-9E86-A54352F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shot-shadow-20">
            <a:extLst xmlns:a="http://schemas.openxmlformats.org/drawingml/2006/main">
              <a:ext uri="{FF2B5EF4-FFF2-40B4-BE49-F238E27FC236}">
                <a16:creationId xmlns:a16="http://schemas.microsoft.com/office/drawing/2014/main" id="{92FFA590-754C-4493-9660-ED4DB404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0">
            <a:extLst xmlns:a="http://schemas.openxmlformats.org/drawingml/2006/main">
              <a:ext uri="{FF2B5EF4-FFF2-40B4-BE49-F238E27FC236}">
                <a16:creationId xmlns:a16="http://schemas.microsoft.com/office/drawing/2014/main" id="{554A9EED-8872-43D5-9D65-C3779877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0">
            <a:extLst xmlns:a="http://schemas.openxmlformats.org/drawingml/2006/main">
              <a:ext uri="{FF2B5EF4-FFF2-40B4-BE49-F238E27FC236}">
                <a16:creationId xmlns:a16="http://schemas.microsoft.com/office/drawing/2014/main" id="{E0D6C8AE-1B19-43A0-8021-BE13E20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0-0">
            <a:extLst xmlns:a="http://schemas.openxmlformats.org/drawingml/2006/main">
              <a:ext uri="{FF2B5EF4-FFF2-40B4-BE49-F238E27FC236}">
                <a16:creationId xmlns:a16="http://schemas.microsoft.com/office/drawing/2014/main" id="{2060B881-1BC8-441E-90B8-7A59C316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0-1">
            <a:extLst xmlns:a="http://schemas.openxmlformats.org/drawingml/2006/main">
              <a:ext uri="{FF2B5EF4-FFF2-40B4-BE49-F238E27FC236}">
                <a16:creationId xmlns:a16="http://schemas.microsoft.com/office/drawing/2014/main" id="{51BEBABD-D955-4144-BD12-59D2B75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0-2">
            <a:extLst xmlns:a="http://schemas.openxmlformats.org/drawingml/2006/main">
              <a:ext uri="{FF2B5EF4-FFF2-40B4-BE49-F238E27FC236}">
                <a16:creationId xmlns:a16="http://schemas.microsoft.com/office/drawing/2014/main" id="{A83946A4-849F-4B1F-B343-71481989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bcccd43bf4d99"/>
          <a:stretch xmlns:a="http://schemas.openxmlformats.org/drawingml/2006/main"/>
        </p:blipFill>
        <p:spPr>
          <a:xfrm xmlns:a="http://schemas.openxmlformats.org/drawingml/2006/main">
            <a:off x="685800" y="1852555"/>
            <a:ext cx="7620000" cy="3629139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0">
            <a:extLst xmlns:a="http://schemas.openxmlformats.org/drawingml/2006/main">
              <a:ext uri="{FF2B5EF4-FFF2-40B4-BE49-F238E27FC236}">
                <a16:creationId xmlns:a16="http://schemas.microsoft.com/office/drawing/2014/main" id="{1A81811E-C7F9-4DB2-885A-9806026C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Reserva exitosa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Dashboard negocio · Inicio</a:t>
            </a:r>
            <a:endParaRPr/>
          </a:p>
        </p:txBody>
      </p:sp>
      <p:sp>
        <p:nvSpPr>
          <p:cNvPr id="3" name="title-rule-21">
            <a:extLst xmlns:a="http://schemas.openxmlformats.org/drawingml/2006/main">
              <a:ext uri="{FF2B5EF4-FFF2-40B4-BE49-F238E27FC236}">
                <a16:creationId xmlns:a16="http://schemas.microsoft.com/office/drawing/2014/main" id="{E3209A2E-A630-4D81-A385-5D4D3796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0e1422ced47bf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1">
            <a:extLst xmlns:a="http://schemas.openxmlformats.org/drawingml/2006/main">
              <a:ext uri="{FF2B5EF4-FFF2-40B4-BE49-F238E27FC236}">
                <a16:creationId xmlns:a16="http://schemas.microsoft.com/office/drawing/2014/main" id="{7921CC06-9E99-447E-B51D-7BA0F93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1">
            <a:extLst xmlns:a="http://schemas.openxmlformats.org/drawingml/2006/main">
              <a:ext uri="{FF2B5EF4-FFF2-40B4-BE49-F238E27FC236}">
                <a16:creationId xmlns:a16="http://schemas.microsoft.com/office/drawing/2014/main" id="{1AC0B434-5296-4710-80FC-D33AB51D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1">
            <a:extLst xmlns:a="http://schemas.openxmlformats.org/drawingml/2006/main">
              <a:ext uri="{FF2B5EF4-FFF2-40B4-BE49-F238E27FC236}">
                <a16:creationId xmlns:a16="http://schemas.microsoft.com/office/drawing/2014/main" id="{30317A59-8EB6-4DF1-873D-20615D3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8" name="shot-shadow-21">
            <a:extLst xmlns:a="http://schemas.openxmlformats.org/drawingml/2006/main">
              <a:ext uri="{FF2B5EF4-FFF2-40B4-BE49-F238E27FC236}">
                <a16:creationId xmlns:a16="http://schemas.microsoft.com/office/drawing/2014/main" id="{7B649D1D-9A88-4ABE-8760-B6FA0179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1">
            <a:extLst xmlns:a="http://schemas.openxmlformats.org/drawingml/2006/main">
              <a:ext uri="{FF2B5EF4-FFF2-40B4-BE49-F238E27FC236}">
                <a16:creationId xmlns:a16="http://schemas.microsoft.com/office/drawing/2014/main" id="{84738040-B321-4BD5-A4C8-17DBF371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1">
            <a:extLst xmlns:a="http://schemas.openxmlformats.org/drawingml/2006/main">
              <a:ext uri="{FF2B5EF4-FFF2-40B4-BE49-F238E27FC236}">
                <a16:creationId xmlns:a16="http://schemas.microsoft.com/office/drawing/2014/main" id="{C1331C56-F57C-475F-A412-01AA2A7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1-0">
            <a:extLst xmlns:a="http://schemas.openxmlformats.org/drawingml/2006/main">
              <a:ext uri="{FF2B5EF4-FFF2-40B4-BE49-F238E27FC236}">
                <a16:creationId xmlns:a16="http://schemas.microsoft.com/office/drawing/2014/main" id="{37164071-B1B2-4E45-A658-47CD0101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1-1">
            <a:extLst xmlns:a="http://schemas.openxmlformats.org/drawingml/2006/main">
              <a:ext uri="{FF2B5EF4-FFF2-40B4-BE49-F238E27FC236}">
                <a16:creationId xmlns:a16="http://schemas.microsoft.com/office/drawing/2014/main" id="{58D127B6-E7B6-4710-BC24-2712D6E6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1-2">
            <a:extLst xmlns:a="http://schemas.openxmlformats.org/drawingml/2006/main">
              <a:ext uri="{FF2B5EF4-FFF2-40B4-BE49-F238E27FC236}">
                <a16:creationId xmlns:a16="http://schemas.microsoft.com/office/drawing/2014/main" id="{CE41D361-1244-4F01-9DAD-706EA527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4bada07f14e76"/>
          <a:stretch xmlns:a="http://schemas.openxmlformats.org/drawingml/2006/main"/>
        </p:blipFill>
        <p:spPr>
          <a:xfrm xmlns:a="http://schemas.openxmlformats.org/drawingml/2006/main">
            <a:off x="685800" y="1843210"/>
            <a:ext cx="7620000" cy="3647830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1">
            <a:extLst xmlns:a="http://schemas.openxmlformats.org/drawingml/2006/main">
              <a:ext uri="{FF2B5EF4-FFF2-40B4-BE49-F238E27FC236}">
                <a16:creationId xmlns:a16="http://schemas.microsoft.com/office/drawing/2014/main" id="{FDA49392-9BCD-44C0-AED1-C365F40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Dashboard principal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Dashboard negocio · Citas</a:t>
            </a:r>
            <a:endParaRPr/>
          </a:p>
        </p:txBody>
      </p:sp>
      <p:sp>
        <p:nvSpPr>
          <p:cNvPr id="3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2F1835BF-54D3-4D20-925D-A8DB80A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614dbba214485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2">
            <a:extLst xmlns:a="http://schemas.openxmlformats.org/drawingml/2006/main">
              <a:ext uri="{FF2B5EF4-FFF2-40B4-BE49-F238E27FC236}">
                <a16:creationId xmlns:a16="http://schemas.microsoft.com/office/drawing/2014/main" id="{FD9556F9-8066-48EF-85D2-130C3165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2">
            <a:extLst xmlns:a="http://schemas.openxmlformats.org/drawingml/2006/main">
              <a:ext uri="{FF2B5EF4-FFF2-40B4-BE49-F238E27FC236}">
                <a16:creationId xmlns:a16="http://schemas.microsoft.com/office/drawing/2014/main" id="{15AD8E60-9263-46B3-8714-8AC7FE35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2">
            <a:extLst xmlns:a="http://schemas.openxmlformats.org/drawingml/2006/main">
              <a:ext uri="{FF2B5EF4-FFF2-40B4-BE49-F238E27FC236}">
                <a16:creationId xmlns:a16="http://schemas.microsoft.com/office/drawing/2014/main" id="{0899A8B6-FBDE-47BE-9A35-B271A0F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shot-shadow-22">
            <a:extLst xmlns:a="http://schemas.openxmlformats.org/drawingml/2006/main">
              <a:ext uri="{FF2B5EF4-FFF2-40B4-BE49-F238E27FC236}">
                <a16:creationId xmlns:a16="http://schemas.microsoft.com/office/drawing/2014/main" id="{E1971BA6-B023-437D-BB60-B9E807DA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2">
            <a:extLst xmlns:a="http://schemas.openxmlformats.org/drawingml/2006/main">
              <a:ext uri="{FF2B5EF4-FFF2-40B4-BE49-F238E27FC236}">
                <a16:creationId xmlns:a16="http://schemas.microsoft.com/office/drawing/2014/main" id="{3524EFAB-148E-460A-BF62-7D1859B1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2">
            <a:extLst xmlns:a="http://schemas.openxmlformats.org/drawingml/2006/main">
              <a:ext uri="{FF2B5EF4-FFF2-40B4-BE49-F238E27FC236}">
                <a16:creationId xmlns:a16="http://schemas.microsoft.com/office/drawing/2014/main" id="{38F6E22F-5968-4860-8527-53B7F8C7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2-0">
            <a:extLst xmlns:a="http://schemas.openxmlformats.org/drawingml/2006/main">
              <a:ext uri="{FF2B5EF4-FFF2-40B4-BE49-F238E27FC236}">
                <a16:creationId xmlns:a16="http://schemas.microsoft.com/office/drawing/2014/main" id="{C3689B04-DC8A-442E-BE4E-B65C40B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2-1">
            <a:extLst xmlns:a="http://schemas.openxmlformats.org/drawingml/2006/main">
              <a:ext uri="{FF2B5EF4-FFF2-40B4-BE49-F238E27FC236}">
                <a16:creationId xmlns:a16="http://schemas.microsoft.com/office/drawing/2014/main" id="{69A05FB3-78EE-4FAE-A03B-AAC09258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2-2">
            <a:extLst xmlns:a="http://schemas.openxmlformats.org/drawingml/2006/main">
              <a:ext uri="{FF2B5EF4-FFF2-40B4-BE49-F238E27FC236}">
                <a16:creationId xmlns:a16="http://schemas.microsoft.com/office/drawing/2014/main" id="{583BA173-F219-4561-A833-09D0BEB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2bb084b764acb"/>
          <a:stretch xmlns:a="http://schemas.openxmlformats.org/drawingml/2006/main"/>
        </p:blipFill>
        <p:spPr>
          <a:xfrm xmlns:a="http://schemas.openxmlformats.org/drawingml/2006/main">
            <a:off x="685800" y="1842336"/>
            <a:ext cx="7620000" cy="3649579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2">
            <a:extLst xmlns:a="http://schemas.openxmlformats.org/drawingml/2006/main">
              <a:ext uri="{FF2B5EF4-FFF2-40B4-BE49-F238E27FC236}">
                <a16:creationId xmlns:a16="http://schemas.microsoft.com/office/drawing/2014/main" id="{E490297B-94DD-43BB-BD10-04A3314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Agenda de citas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Dashboard negocio · Sucursales</a:t>
            </a:r>
            <a:endParaRPr/>
          </a:p>
        </p:txBody>
      </p:sp>
      <p:sp>
        <p:nvSpPr>
          <p:cNvPr id="3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386F5BE3-089F-4DF8-BAB4-01C0B805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0aee4f9004720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3">
            <a:extLst xmlns:a="http://schemas.openxmlformats.org/drawingml/2006/main">
              <a:ext uri="{FF2B5EF4-FFF2-40B4-BE49-F238E27FC236}">
                <a16:creationId xmlns:a16="http://schemas.microsoft.com/office/drawing/2014/main" id="{9C2A1486-48DD-4229-9F9C-BBB9BBD4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3">
            <a:extLst xmlns:a="http://schemas.openxmlformats.org/drawingml/2006/main">
              <a:ext uri="{FF2B5EF4-FFF2-40B4-BE49-F238E27FC236}">
                <a16:creationId xmlns:a16="http://schemas.microsoft.com/office/drawing/2014/main" id="{4ECFB9E7-0E4D-40D9-B03E-07001B7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3">
            <a:extLst xmlns:a="http://schemas.openxmlformats.org/drawingml/2006/main">
              <a:ext uri="{FF2B5EF4-FFF2-40B4-BE49-F238E27FC236}">
                <a16:creationId xmlns:a16="http://schemas.microsoft.com/office/drawing/2014/main" id="{389213A3-6427-4192-8B51-4DA2912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shot-shadow-23">
            <a:extLst xmlns:a="http://schemas.openxmlformats.org/drawingml/2006/main">
              <a:ext uri="{FF2B5EF4-FFF2-40B4-BE49-F238E27FC236}">
                <a16:creationId xmlns:a16="http://schemas.microsoft.com/office/drawing/2014/main" id="{5F4E89DE-C618-413F-8142-D0E41B2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3">
            <a:extLst xmlns:a="http://schemas.openxmlformats.org/drawingml/2006/main">
              <a:ext uri="{FF2B5EF4-FFF2-40B4-BE49-F238E27FC236}">
                <a16:creationId xmlns:a16="http://schemas.microsoft.com/office/drawing/2014/main" id="{43CADE65-9B3D-43FC-9C5A-9D620F3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3">
            <a:extLst xmlns:a="http://schemas.openxmlformats.org/drawingml/2006/main">
              <a:ext uri="{FF2B5EF4-FFF2-40B4-BE49-F238E27FC236}">
                <a16:creationId xmlns:a16="http://schemas.microsoft.com/office/drawing/2014/main" id="{D2934E5E-EA14-439B-A897-B7C8904F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3-0">
            <a:extLst xmlns:a="http://schemas.openxmlformats.org/drawingml/2006/main">
              <a:ext uri="{FF2B5EF4-FFF2-40B4-BE49-F238E27FC236}">
                <a16:creationId xmlns:a16="http://schemas.microsoft.com/office/drawing/2014/main" id="{C30C7F21-7C67-4983-8C0B-48D6DB9D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3-1">
            <a:extLst xmlns:a="http://schemas.openxmlformats.org/drawingml/2006/main">
              <a:ext uri="{FF2B5EF4-FFF2-40B4-BE49-F238E27FC236}">
                <a16:creationId xmlns:a16="http://schemas.microsoft.com/office/drawing/2014/main" id="{7FEEABFB-336B-4206-B696-F81FF95D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3-2">
            <a:extLst xmlns:a="http://schemas.openxmlformats.org/drawingml/2006/main">
              <a:ext uri="{FF2B5EF4-FFF2-40B4-BE49-F238E27FC236}">
                <a16:creationId xmlns:a16="http://schemas.microsoft.com/office/drawing/2014/main" id="{B1A1DA5C-3522-4D67-B961-8696EF26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416e30bfd4f7f"/>
          <a:stretch xmlns:a="http://schemas.openxmlformats.org/drawingml/2006/main"/>
        </p:blipFill>
        <p:spPr>
          <a:xfrm xmlns:a="http://schemas.openxmlformats.org/drawingml/2006/main">
            <a:off x="685800" y="1845125"/>
            <a:ext cx="7620000" cy="3644000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3">
            <a:extLst xmlns:a="http://schemas.openxmlformats.org/drawingml/2006/main">
              <a:ext uri="{FF2B5EF4-FFF2-40B4-BE49-F238E27FC236}">
                <a16:creationId xmlns:a16="http://schemas.microsoft.com/office/drawing/2014/main" id="{BBE0FEE4-55F5-4BFF-99EC-20D0701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Gestión de sucursales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Dashboard negocio · Modo oscuro</a:t>
            </a:r>
            <a:endParaRPr/>
          </a:p>
        </p:txBody>
      </p:sp>
      <p:sp>
        <p:nvSpPr>
          <p:cNvPr id="3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9DC1B382-28A5-4DF2-A962-B791F39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3b3e30abd436c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4">
            <a:extLst xmlns:a="http://schemas.openxmlformats.org/drawingml/2006/main">
              <a:ext uri="{FF2B5EF4-FFF2-40B4-BE49-F238E27FC236}">
                <a16:creationId xmlns:a16="http://schemas.microsoft.com/office/drawing/2014/main" id="{E7AE3528-EE55-4265-ABBF-9CD74F18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4">
            <a:extLst xmlns:a="http://schemas.openxmlformats.org/drawingml/2006/main">
              <a:ext uri="{FF2B5EF4-FFF2-40B4-BE49-F238E27FC236}">
                <a16:creationId xmlns:a16="http://schemas.microsoft.com/office/drawing/2014/main" id="{ED5C1D4C-7C8F-4B10-825F-D4591C4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4">
            <a:extLst xmlns:a="http://schemas.openxmlformats.org/drawingml/2006/main">
              <a:ext uri="{FF2B5EF4-FFF2-40B4-BE49-F238E27FC236}">
                <a16:creationId xmlns:a16="http://schemas.microsoft.com/office/drawing/2014/main" id="{63DD624C-972A-4D8E-8040-9244FD8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shot-shadow-24">
            <a:extLst xmlns:a="http://schemas.openxmlformats.org/drawingml/2006/main">
              <a:ext uri="{FF2B5EF4-FFF2-40B4-BE49-F238E27FC236}">
                <a16:creationId xmlns:a16="http://schemas.microsoft.com/office/drawing/2014/main" id="{79C22824-67F6-4EB9-89F7-17A3C86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4">
            <a:extLst xmlns:a="http://schemas.openxmlformats.org/drawingml/2006/main">
              <a:ext uri="{FF2B5EF4-FFF2-40B4-BE49-F238E27FC236}">
                <a16:creationId xmlns:a16="http://schemas.microsoft.com/office/drawing/2014/main" id="{C511793E-21D7-49BC-B5E6-B93A7C0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4">
            <a:extLst xmlns:a="http://schemas.openxmlformats.org/drawingml/2006/main">
              <a:ext uri="{FF2B5EF4-FFF2-40B4-BE49-F238E27FC236}">
                <a16:creationId xmlns:a16="http://schemas.microsoft.com/office/drawing/2014/main" id="{56E3A0B0-54C5-4BAA-8DE3-D3692BBC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4-0">
            <a:extLst xmlns:a="http://schemas.openxmlformats.org/drawingml/2006/main">
              <a:ext uri="{FF2B5EF4-FFF2-40B4-BE49-F238E27FC236}">
                <a16:creationId xmlns:a16="http://schemas.microsoft.com/office/drawing/2014/main" id="{A7EA787B-5598-413F-B98B-207396CC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4-1">
            <a:extLst xmlns:a="http://schemas.openxmlformats.org/drawingml/2006/main">
              <a:ext uri="{FF2B5EF4-FFF2-40B4-BE49-F238E27FC236}">
                <a16:creationId xmlns:a16="http://schemas.microsoft.com/office/drawing/2014/main" id="{1C80759C-E94A-4DF0-884D-4D3EACD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4-2">
            <a:extLst xmlns:a="http://schemas.openxmlformats.org/drawingml/2006/main">
              <a:ext uri="{FF2B5EF4-FFF2-40B4-BE49-F238E27FC236}">
                <a16:creationId xmlns:a16="http://schemas.microsoft.com/office/drawing/2014/main" id="{0ACDF1D2-26A2-459E-8F11-6306647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36d2869d5443c"/>
          <a:stretch xmlns:a="http://schemas.openxmlformats.org/drawingml/2006/main"/>
        </p:blipFill>
        <p:spPr>
          <a:xfrm xmlns:a="http://schemas.openxmlformats.org/drawingml/2006/main">
            <a:off x="685800" y="1838245"/>
            <a:ext cx="7620000" cy="3657760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4">
            <a:extLst xmlns:a="http://schemas.openxmlformats.org/drawingml/2006/main">
              <a:ext uri="{FF2B5EF4-FFF2-40B4-BE49-F238E27FC236}">
                <a16:creationId xmlns:a16="http://schemas.microsoft.com/office/drawing/2014/main" id="{43D965F9-2D55-4D4C-82DA-7883F26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Dashboard modo oscuro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Dashboard negocio · Perfil</a:t>
            </a:r>
            <a:endParaRPr/>
          </a:p>
        </p:txBody>
      </p:sp>
      <p:sp>
        <p:nvSpPr>
          <p:cNvPr id="3" name="title-rule-25">
            <a:extLst xmlns:a="http://schemas.openxmlformats.org/drawingml/2006/main">
              <a:ext uri="{FF2B5EF4-FFF2-40B4-BE49-F238E27FC236}">
                <a16:creationId xmlns:a16="http://schemas.microsoft.com/office/drawing/2014/main" id="{1661BDED-0D46-43CF-BEDB-A3F70511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00e5ffa344c1c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5">
            <a:extLst xmlns:a="http://schemas.openxmlformats.org/drawingml/2006/main">
              <a:ext uri="{FF2B5EF4-FFF2-40B4-BE49-F238E27FC236}">
                <a16:creationId xmlns:a16="http://schemas.microsoft.com/office/drawing/2014/main" id="{61720F94-521B-4329-BA9E-299D296B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5">
            <a:extLst xmlns:a="http://schemas.openxmlformats.org/drawingml/2006/main">
              <a:ext uri="{FF2B5EF4-FFF2-40B4-BE49-F238E27FC236}">
                <a16:creationId xmlns:a16="http://schemas.microsoft.com/office/drawing/2014/main" id="{4C64B143-39E2-4CCC-B4B9-C58FC40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5">
            <a:extLst xmlns:a="http://schemas.openxmlformats.org/drawingml/2006/main">
              <a:ext uri="{FF2B5EF4-FFF2-40B4-BE49-F238E27FC236}">
                <a16:creationId xmlns:a16="http://schemas.microsoft.com/office/drawing/2014/main" id="{B0E43E1F-D340-482D-AD31-60E089C4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shot-shadow-25">
            <a:extLst xmlns:a="http://schemas.openxmlformats.org/drawingml/2006/main">
              <a:ext uri="{FF2B5EF4-FFF2-40B4-BE49-F238E27FC236}">
                <a16:creationId xmlns:a16="http://schemas.microsoft.com/office/drawing/2014/main" id="{F0159B39-A3C7-421C-9849-5CC280EC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5">
            <a:extLst xmlns:a="http://schemas.openxmlformats.org/drawingml/2006/main">
              <a:ext uri="{FF2B5EF4-FFF2-40B4-BE49-F238E27FC236}">
                <a16:creationId xmlns:a16="http://schemas.microsoft.com/office/drawing/2014/main" id="{7AC231EB-5E94-4FCE-8E7D-0A55F503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5">
            <a:extLst xmlns:a="http://schemas.openxmlformats.org/drawingml/2006/main">
              <a:ext uri="{FF2B5EF4-FFF2-40B4-BE49-F238E27FC236}">
                <a16:creationId xmlns:a16="http://schemas.microsoft.com/office/drawing/2014/main" id="{A7DA7E98-B79D-43F4-A927-D576258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5-0">
            <a:extLst xmlns:a="http://schemas.openxmlformats.org/drawingml/2006/main">
              <a:ext uri="{FF2B5EF4-FFF2-40B4-BE49-F238E27FC236}">
                <a16:creationId xmlns:a16="http://schemas.microsoft.com/office/drawing/2014/main" id="{01428BA1-4218-4A9D-BDB5-35B99B13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5-1">
            <a:extLst xmlns:a="http://schemas.openxmlformats.org/drawingml/2006/main">
              <a:ext uri="{FF2B5EF4-FFF2-40B4-BE49-F238E27FC236}">
                <a16:creationId xmlns:a16="http://schemas.microsoft.com/office/drawing/2014/main" id="{35F18419-F815-47DC-86CF-D078DD3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5-2">
            <a:extLst xmlns:a="http://schemas.openxmlformats.org/drawingml/2006/main">
              <a:ext uri="{FF2B5EF4-FFF2-40B4-BE49-F238E27FC236}">
                <a16:creationId xmlns:a16="http://schemas.microsoft.com/office/drawing/2014/main" id="{924BD1B0-6901-4E27-AB7B-905B081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b9f00b92c4419"/>
          <a:stretch xmlns:a="http://schemas.openxmlformats.org/drawingml/2006/main"/>
        </p:blipFill>
        <p:spPr>
          <a:xfrm xmlns:a="http://schemas.openxmlformats.org/drawingml/2006/main">
            <a:off x="685800" y="1839206"/>
            <a:ext cx="7620000" cy="3655838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5">
            <a:extLst xmlns:a="http://schemas.openxmlformats.org/drawingml/2006/main">
              <a:ext uri="{FF2B5EF4-FFF2-40B4-BE49-F238E27FC236}">
                <a16:creationId xmlns:a16="http://schemas.microsoft.com/office/drawing/2014/main" id="{8D08EED0-DDA2-4B6D-BA62-B0878BEE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Perfil de usuario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Dashboard negocio · Plan</a:t>
            </a:r>
            <a:endParaRPr/>
          </a:p>
        </p:txBody>
      </p:sp>
      <p:sp>
        <p:nvSpPr>
          <p:cNvPr id="3" name="title-rule-26">
            <a:extLst xmlns:a="http://schemas.openxmlformats.org/drawingml/2006/main">
              <a:ext uri="{FF2B5EF4-FFF2-40B4-BE49-F238E27FC236}">
                <a16:creationId xmlns:a16="http://schemas.microsoft.com/office/drawing/2014/main" id="{D26ABB8B-0817-4351-88BB-E23B677E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a2f71ae354be5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6">
            <a:extLst xmlns:a="http://schemas.openxmlformats.org/drawingml/2006/main">
              <a:ext uri="{FF2B5EF4-FFF2-40B4-BE49-F238E27FC236}">
                <a16:creationId xmlns:a16="http://schemas.microsoft.com/office/drawing/2014/main" id="{1F4E89D1-D151-4865-A063-EDFB64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6">
            <a:extLst xmlns:a="http://schemas.openxmlformats.org/drawingml/2006/main">
              <a:ext uri="{FF2B5EF4-FFF2-40B4-BE49-F238E27FC236}">
                <a16:creationId xmlns:a16="http://schemas.microsoft.com/office/drawing/2014/main" id="{4A4E1135-0058-40BE-8642-4374E0B8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6">
            <a:extLst xmlns:a="http://schemas.openxmlformats.org/drawingml/2006/main">
              <a:ext uri="{FF2B5EF4-FFF2-40B4-BE49-F238E27FC236}">
                <a16:creationId xmlns:a16="http://schemas.microsoft.com/office/drawing/2014/main" id="{2F197D10-02A6-48EB-ADA9-397E86C3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" name="shot-shadow-26">
            <a:extLst xmlns:a="http://schemas.openxmlformats.org/drawingml/2006/main">
              <a:ext uri="{FF2B5EF4-FFF2-40B4-BE49-F238E27FC236}">
                <a16:creationId xmlns:a16="http://schemas.microsoft.com/office/drawing/2014/main" id="{52C2A8AB-1DDD-43BE-B39A-00E4B2B9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6">
            <a:extLst xmlns:a="http://schemas.openxmlformats.org/drawingml/2006/main">
              <a:ext uri="{FF2B5EF4-FFF2-40B4-BE49-F238E27FC236}">
                <a16:creationId xmlns:a16="http://schemas.microsoft.com/office/drawing/2014/main" id="{AF978F26-4455-40CE-8383-858C3AC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6">
            <a:extLst xmlns:a="http://schemas.openxmlformats.org/drawingml/2006/main">
              <a:ext uri="{FF2B5EF4-FFF2-40B4-BE49-F238E27FC236}">
                <a16:creationId xmlns:a16="http://schemas.microsoft.com/office/drawing/2014/main" id="{226B4DD9-7143-4328-A743-A291E1E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6-0">
            <a:extLst xmlns:a="http://schemas.openxmlformats.org/drawingml/2006/main">
              <a:ext uri="{FF2B5EF4-FFF2-40B4-BE49-F238E27FC236}">
                <a16:creationId xmlns:a16="http://schemas.microsoft.com/office/drawing/2014/main" id="{705A600D-1FE4-426B-A671-819C4A05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6-1">
            <a:extLst xmlns:a="http://schemas.openxmlformats.org/drawingml/2006/main">
              <a:ext uri="{FF2B5EF4-FFF2-40B4-BE49-F238E27FC236}">
                <a16:creationId xmlns:a16="http://schemas.microsoft.com/office/drawing/2014/main" id="{4CD04FFF-B54E-4AA6-831A-1771E8E9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6-2">
            <a:extLst xmlns:a="http://schemas.openxmlformats.org/drawingml/2006/main">
              <a:ext uri="{FF2B5EF4-FFF2-40B4-BE49-F238E27FC236}">
                <a16:creationId xmlns:a16="http://schemas.microsoft.com/office/drawing/2014/main" id="{BFBCE93A-C75D-46AD-9E20-37C9D036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a8c3457734bc5"/>
          <a:stretch xmlns:a="http://schemas.openxmlformats.org/drawingml/2006/main"/>
        </p:blipFill>
        <p:spPr>
          <a:xfrm xmlns:a="http://schemas.openxmlformats.org/drawingml/2006/main">
            <a:off x="685800" y="1841125"/>
            <a:ext cx="7620000" cy="3652000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6">
            <a:extLst xmlns:a="http://schemas.openxmlformats.org/drawingml/2006/main">
              <a:ext uri="{FF2B5EF4-FFF2-40B4-BE49-F238E27FC236}">
                <a16:creationId xmlns:a16="http://schemas.microsoft.com/office/drawing/2014/main" id="{B56671E3-264B-43A6-B5E2-32D8B1F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Plan y suscripción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Landing de Hurry Up</a:t>
            </a:r>
            <a:endParaRPr/>
          </a:p>
        </p:txBody>
      </p:sp>
      <p:sp>
        <p:nvSpPr>
          <p:cNvPr id="3" name="title-rule-27">
            <a:extLst xmlns:a="http://schemas.openxmlformats.org/drawingml/2006/main">
              <a:ext uri="{FF2B5EF4-FFF2-40B4-BE49-F238E27FC236}">
                <a16:creationId xmlns:a16="http://schemas.microsoft.com/office/drawing/2014/main" id="{86D282BD-9F0E-4154-ADD5-E425D55B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5e8cb7150438c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7">
            <a:extLst xmlns:a="http://schemas.openxmlformats.org/drawingml/2006/main">
              <a:ext uri="{FF2B5EF4-FFF2-40B4-BE49-F238E27FC236}">
                <a16:creationId xmlns:a16="http://schemas.microsoft.com/office/drawing/2014/main" id="{34E19ED2-403D-469D-8EB6-D803091D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7">
            <a:extLst xmlns:a="http://schemas.openxmlformats.org/drawingml/2006/main">
              <a:ext uri="{FF2B5EF4-FFF2-40B4-BE49-F238E27FC236}">
                <a16:creationId xmlns:a16="http://schemas.microsoft.com/office/drawing/2014/main" id="{F3A68929-6042-41E1-9E92-807B59B2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7">
            <a:extLst xmlns:a="http://schemas.openxmlformats.org/drawingml/2006/main">
              <a:ext uri="{FF2B5EF4-FFF2-40B4-BE49-F238E27FC236}">
                <a16:creationId xmlns:a16="http://schemas.microsoft.com/office/drawing/2014/main" id="{674B480A-87C1-4CEE-BCF0-9E8C3FA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" name="shot-shadow-27">
            <a:extLst xmlns:a="http://schemas.openxmlformats.org/drawingml/2006/main">
              <a:ext uri="{FF2B5EF4-FFF2-40B4-BE49-F238E27FC236}">
                <a16:creationId xmlns:a16="http://schemas.microsoft.com/office/drawing/2014/main" id="{BB27C2B8-FAB7-4F2D-AD1D-3EBFD7A1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7">
            <a:extLst xmlns:a="http://schemas.openxmlformats.org/drawingml/2006/main">
              <a:ext uri="{FF2B5EF4-FFF2-40B4-BE49-F238E27FC236}">
                <a16:creationId xmlns:a16="http://schemas.microsoft.com/office/drawing/2014/main" id="{F52E4925-DF75-4187-8B32-BA6293F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7">
            <a:extLst xmlns:a="http://schemas.openxmlformats.org/drawingml/2006/main">
              <a:ext uri="{FF2B5EF4-FFF2-40B4-BE49-F238E27FC236}">
                <a16:creationId xmlns:a16="http://schemas.microsoft.com/office/drawing/2014/main" id="{9F5CE3D5-0739-4791-A55C-E386DBC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7-0">
            <a:extLst xmlns:a="http://schemas.openxmlformats.org/drawingml/2006/main">
              <a:ext uri="{FF2B5EF4-FFF2-40B4-BE49-F238E27FC236}">
                <a16:creationId xmlns:a16="http://schemas.microsoft.com/office/drawing/2014/main" id="{BE4B35DD-78EC-43AD-AA1E-0626E8F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7-1">
            <a:extLst xmlns:a="http://schemas.openxmlformats.org/drawingml/2006/main">
              <a:ext uri="{FF2B5EF4-FFF2-40B4-BE49-F238E27FC236}">
                <a16:creationId xmlns:a16="http://schemas.microsoft.com/office/drawing/2014/main" id="{B1B1D827-2688-4E8E-8720-B9AEAB8A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7-2">
            <a:extLst xmlns:a="http://schemas.openxmlformats.org/drawingml/2006/main">
              <a:ext uri="{FF2B5EF4-FFF2-40B4-BE49-F238E27FC236}">
                <a16:creationId xmlns:a16="http://schemas.microsoft.com/office/drawing/2014/main" id="{C6DCEFF7-0264-41DA-91E4-5DCDEA4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7f1f81af94bae"/>
          <a:stretch xmlns:a="http://schemas.openxmlformats.org/drawingml/2006/main"/>
        </p:blipFill>
        <p:spPr>
          <a:xfrm xmlns:a="http://schemas.openxmlformats.org/drawingml/2006/main">
            <a:off x="685800" y="1846169"/>
            <a:ext cx="7620000" cy="3641912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7">
            <a:extLst xmlns:a="http://schemas.openxmlformats.org/drawingml/2006/main">
              <a:ext uri="{FF2B5EF4-FFF2-40B4-BE49-F238E27FC236}">
                <a16:creationId xmlns:a16="http://schemas.microsoft.com/office/drawing/2014/main" id="{0A09199C-4D83-41CF-9D8A-595E3F83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Landing de Hurry Up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SuperAdmin · Resumen</a:t>
            </a:r>
            <a:endParaRPr/>
          </a:p>
        </p:txBody>
      </p:sp>
      <p:sp>
        <p:nvSpPr>
          <p:cNvPr id="3" name="title-rule-28">
            <a:extLst xmlns:a="http://schemas.openxmlformats.org/drawingml/2006/main">
              <a:ext uri="{FF2B5EF4-FFF2-40B4-BE49-F238E27FC236}">
                <a16:creationId xmlns:a16="http://schemas.microsoft.com/office/drawing/2014/main" id="{56DDA8EA-F454-4CB2-A5EC-858FE49E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d11f1a34e4abf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8">
            <a:extLst xmlns:a="http://schemas.openxmlformats.org/drawingml/2006/main">
              <a:ext uri="{FF2B5EF4-FFF2-40B4-BE49-F238E27FC236}">
                <a16:creationId xmlns:a16="http://schemas.microsoft.com/office/drawing/2014/main" id="{ABBF226D-32BB-45E7-8F88-DC994E6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8">
            <a:extLst xmlns:a="http://schemas.openxmlformats.org/drawingml/2006/main">
              <a:ext uri="{FF2B5EF4-FFF2-40B4-BE49-F238E27FC236}">
                <a16:creationId xmlns:a16="http://schemas.microsoft.com/office/drawing/2014/main" id="{B0F3B673-98F0-4776-8937-A64C490C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8">
            <a:extLst xmlns:a="http://schemas.openxmlformats.org/drawingml/2006/main">
              <a:ext uri="{FF2B5EF4-FFF2-40B4-BE49-F238E27FC236}">
                <a16:creationId xmlns:a16="http://schemas.microsoft.com/office/drawing/2014/main" id="{E95D83D8-BBE9-4F2E-8641-2A75085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shot-shadow-28">
            <a:extLst xmlns:a="http://schemas.openxmlformats.org/drawingml/2006/main">
              <a:ext uri="{FF2B5EF4-FFF2-40B4-BE49-F238E27FC236}">
                <a16:creationId xmlns:a16="http://schemas.microsoft.com/office/drawing/2014/main" id="{35D53B70-DF75-48DB-9010-C24D939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8">
            <a:extLst xmlns:a="http://schemas.openxmlformats.org/drawingml/2006/main">
              <a:ext uri="{FF2B5EF4-FFF2-40B4-BE49-F238E27FC236}">
                <a16:creationId xmlns:a16="http://schemas.microsoft.com/office/drawing/2014/main" id="{7A4D6634-D43C-4679-998F-4F1EE68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8">
            <a:extLst xmlns:a="http://schemas.openxmlformats.org/drawingml/2006/main">
              <a:ext uri="{FF2B5EF4-FFF2-40B4-BE49-F238E27FC236}">
                <a16:creationId xmlns:a16="http://schemas.microsoft.com/office/drawing/2014/main" id="{8E4DC687-B58F-4B68-8B3E-398CF96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8-0">
            <a:extLst xmlns:a="http://schemas.openxmlformats.org/drawingml/2006/main">
              <a:ext uri="{FF2B5EF4-FFF2-40B4-BE49-F238E27FC236}">
                <a16:creationId xmlns:a16="http://schemas.microsoft.com/office/drawing/2014/main" id="{79B2E40B-E1F4-450B-BB96-560AFB68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8-1">
            <a:extLst xmlns:a="http://schemas.openxmlformats.org/drawingml/2006/main">
              <a:ext uri="{FF2B5EF4-FFF2-40B4-BE49-F238E27FC236}">
                <a16:creationId xmlns:a16="http://schemas.microsoft.com/office/drawing/2014/main" id="{60A339F6-0160-4B10-9618-FE6C46B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8-2">
            <a:extLst xmlns:a="http://schemas.openxmlformats.org/drawingml/2006/main">
              <a:ext uri="{FF2B5EF4-FFF2-40B4-BE49-F238E27FC236}">
                <a16:creationId xmlns:a16="http://schemas.microsoft.com/office/drawing/2014/main" id="{B50DC82C-4DD9-4D47-8A72-8F0C37B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3feb5d3764cce"/>
          <a:stretch xmlns:a="http://schemas.openxmlformats.org/drawingml/2006/main"/>
        </p:blipFill>
        <p:spPr>
          <a:xfrm xmlns:a="http://schemas.openxmlformats.org/drawingml/2006/main">
            <a:off x="685800" y="1861447"/>
            <a:ext cx="7620000" cy="3611356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8">
            <a:extLst xmlns:a="http://schemas.openxmlformats.org/drawingml/2006/main">
              <a:ext uri="{FF2B5EF4-FFF2-40B4-BE49-F238E27FC236}">
                <a16:creationId xmlns:a16="http://schemas.microsoft.com/office/drawing/2014/main" id="{173A5B4E-67A3-48B1-B070-6D903287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SuperAdmin resumen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SuperAdmin · Negocios</a:t>
            </a:r>
            <a:endParaRPr/>
          </a:p>
        </p:txBody>
      </p:sp>
      <p:sp>
        <p:nvSpPr>
          <p:cNvPr id="3" name="title-rule-29">
            <a:extLst xmlns:a="http://schemas.openxmlformats.org/drawingml/2006/main">
              <a:ext uri="{FF2B5EF4-FFF2-40B4-BE49-F238E27FC236}">
                <a16:creationId xmlns:a16="http://schemas.microsoft.com/office/drawing/2014/main" id="{3210ABDB-06EB-478D-AF7A-A740F6D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ac48dbc284e68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29">
            <a:extLst xmlns:a="http://schemas.openxmlformats.org/drawingml/2006/main">
              <a:ext uri="{FF2B5EF4-FFF2-40B4-BE49-F238E27FC236}">
                <a16:creationId xmlns:a16="http://schemas.microsoft.com/office/drawing/2014/main" id="{30AD8C35-B1C1-4BF7-A8B0-E37237A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29">
            <a:extLst xmlns:a="http://schemas.openxmlformats.org/drawingml/2006/main">
              <a:ext uri="{FF2B5EF4-FFF2-40B4-BE49-F238E27FC236}">
                <a16:creationId xmlns:a16="http://schemas.microsoft.com/office/drawing/2014/main" id="{714FF132-BB50-4BB6-AB2F-3DD23DD1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29">
            <a:extLst xmlns:a="http://schemas.openxmlformats.org/drawingml/2006/main">
              <a:ext uri="{FF2B5EF4-FFF2-40B4-BE49-F238E27FC236}">
                <a16:creationId xmlns:a16="http://schemas.microsoft.com/office/drawing/2014/main" id="{B5C3091D-6EF7-4FE9-B5CF-47D2D94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" name="shot-shadow-29">
            <a:extLst xmlns:a="http://schemas.openxmlformats.org/drawingml/2006/main">
              <a:ext uri="{FF2B5EF4-FFF2-40B4-BE49-F238E27FC236}">
                <a16:creationId xmlns:a16="http://schemas.microsoft.com/office/drawing/2014/main" id="{E9EB414C-5EC5-45B5-9DC1-3905CCF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29">
            <a:extLst xmlns:a="http://schemas.openxmlformats.org/drawingml/2006/main">
              <a:ext uri="{FF2B5EF4-FFF2-40B4-BE49-F238E27FC236}">
                <a16:creationId xmlns:a16="http://schemas.microsoft.com/office/drawing/2014/main" id="{7D30DD83-3BB9-48C4-9730-6919D0D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29">
            <a:extLst xmlns:a="http://schemas.openxmlformats.org/drawingml/2006/main">
              <a:ext uri="{FF2B5EF4-FFF2-40B4-BE49-F238E27FC236}">
                <a16:creationId xmlns:a16="http://schemas.microsoft.com/office/drawing/2014/main" id="{98C70F4E-C99A-4093-8543-454A262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29-0">
            <a:extLst xmlns:a="http://schemas.openxmlformats.org/drawingml/2006/main">
              <a:ext uri="{FF2B5EF4-FFF2-40B4-BE49-F238E27FC236}">
                <a16:creationId xmlns:a16="http://schemas.microsoft.com/office/drawing/2014/main" id="{A5FA9A18-C060-40EA-B9C4-DA3B64C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29-1">
            <a:extLst xmlns:a="http://schemas.openxmlformats.org/drawingml/2006/main">
              <a:ext uri="{FF2B5EF4-FFF2-40B4-BE49-F238E27FC236}">
                <a16:creationId xmlns:a16="http://schemas.microsoft.com/office/drawing/2014/main" id="{D1E111D4-20E6-42AC-91E1-05BDB878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29-2">
            <a:extLst xmlns:a="http://schemas.openxmlformats.org/drawingml/2006/main">
              <a:ext uri="{FF2B5EF4-FFF2-40B4-BE49-F238E27FC236}">
                <a16:creationId xmlns:a16="http://schemas.microsoft.com/office/drawing/2014/main" id="{57053F95-547E-47F1-83C8-51B0341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20e2d08f54a3c"/>
          <a:stretch xmlns:a="http://schemas.openxmlformats.org/drawingml/2006/main"/>
        </p:blipFill>
        <p:spPr>
          <a:xfrm xmlns:a="http://schemas.openxmlformats.org/drawingml/2006/main">
            <a:off x="685800" y="1855488"/>
            <a:ext cx="7620000" cy="3623274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29">
            <a:extLst xmlns:a="http://schemas.openxmlformats.org/drawingml/2006/main">
              <a:ext uri="{FF2B5EF4-FFF2-40B4-BE49-F238E27FC236}">
                <a16:creationId xmlns:a16="http://schemas.microsoft.com/office/drawing/2014/main" id="{AF110CFD-64EA-4C2F-AA3E-2D9702FC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SuperAdmin negocios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SuperAdmin · Sistema</a:t>
            </a:r>
            <a:endParaRPr/>
          </a:p>
        </p:txBody>
      </p:sp>
      <p:sp>
        <p:nvSpPr>
          <p:cNvPr id="3" name="title-rule-30">
            <a:extLst xmlns:a="http://schemas.openxmlformats.org/drawingml/2006/main">
              <a:ext uri="{FF2B5EF4-FFF2-40B4-BE49-F238E27FC236}">
                <a16:creationId xmlns:a16="http://schemas.microsoft.com/office/drawing/2014/main" id="{18B72B25-9221-45A8-B908-D29704D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e734a09df4779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30">
            <a:extLst xmlns:a="http://schemas.openxmlformats.org/drawingml/2006/main">
              <a:ext uri="{FF2B5EF4-FFF2-40B4-BE49-F238E27FC236}">
                <a16:creationId xmlns:a16="http://schemas.microsoft.com/office/drawing/2014/main" id="{1C1E4C07-F6BD-4DB3-A931-19785E77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30">
            <a:extLst xmlns:a="http://schemas.openxmlformats.org/drawingml/2006/main">
              <a:ext uri="{FF2B5EF4-FFF2-40B4-BE49-F238E27FC236}">
                <a16:creationId xmlns:a16="http://schemas.microsoft.com/office/drawing/2014/main" id="{1CF1948D-8787-4551-91C8-B78C281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30">
            <a:extLst xmlns:a="http://schemas.openxmlformats.org/drawingml/2006/main">
              <a:ext uri="{FF2B5EF4-FFF2-40B4-BE49-F238E27FC236}">
                <a16:creationId xmlns:a16="http://schemas.microsoft.com/office/drawing/2014/main" id="{F326F2D3-35CF-4F74-8DD3-89A8B05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shot-shadow-30">
            <a:extLst xmlns:a="http://schemas.openxmlformats.org/drawingml/2006/main">
              <a:ext uri="{FF2B5EF4-FFF2-40B4-BE49-F238E27FC236}">
                <a16:creationId xmlns:a16="http://schemas.microsoft.com/office/drawing/2014/main" id="{8F561AF1-1A09-479B-8C6B-44FEA2D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30">
            <a:extLst xmlns:a="http://schemas.openxmlformats.org/drawingml/2006/main">
              <a:ext uri="{FF2B5EF4-FFF2-40B4-BE49-F238E27FC236}">
                <a16:creationId xmlns:a16="http://schemas.microsoft.com/office/drawing/2014/main" id="{BBEEEA9C-C409-4481-BEB6-41098F5A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30">
            <a:extLst xmlns:a="http://schemas.openxmlformats.org/drawingml/2006/main">
              <a:ext uri="{FF2B5EF4-FFF2-40B4-BE49-F238E27FC236}">
                <a16:creationId xmlns:a16="http://schemas.microsoft.com/office/drawing/2014/main" id="{290E288C-B5D0-48CD-A5C8-7857870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30-0">
            <a:extLst xmlns:a="http://schemas.openxmlformats.org/drawingml/2006/main">
              <a:ext uri="{FF2B5EF4-FFF2-40B4-BE49-F238E27FC236}">
                <a16:creationId xmlns:a16="http://schemas.microsoft.com/office/drawing/2014/main" id="{D9D889D9-0724-4DB1-AAC5-7F415AFB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30-1">
            <a:extLst xmlns:a="http://schemas.openxmlformats.org/drawingml/2006/main">
              <a:ext uri="{FF2B5EF4-FFF2-40B4-BE49-F238E27FC236}">
                <a16:creationId xmlns:a16="http://schemas.microsoft.com/office/drawing/2014/main" id="{4C2B88EF-DACE-4C4B-B21A-FA02B74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30-2">
            <a:extLst xmlns:a="http://schemas.openxmlformats.org/drawingml/2006/main">
              <a:ext uri="{FF2B5EF4-FFF2-40B4-BE49-F238E27FC236}">
                <a16:creationId xmlns:a16="http://schemas.microsoft.com/office/drawing/2014/main" id="{17656DEC-ED3E-47DC-83B0-7B18A18B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e1fb5ae7e42ae"/>
          <a:stretch xmlns:a="http://schemas.openxmlformats.org/drawingml/2006/main"/>
        </p:blipFill>
        <p:spPr>
          <a:xfrm xmlns:a="http://schemas.openxmlformats.org/drawingml/2006/main">
            <a:off x="685800" y="1855585"/>
            <a:ext cx="7620000" cy="3623079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30">
            <a:extLst xmlns:a="http://schemas.openxmlformats.org/drawingml/2006/main">
              <a:ext uri="{FF2B5EF4-FFF2-40B4-BE49-F238E27FC236}">
                <a16:creationId xmlns:a16="http://schemas.microsoft.com/office/drawing/2014/main" id="{88661898-320C-445F-B4B1-1DD9A1D9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SuperAdmin sistema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BDDCFA7-2C3F-B7C0-7844-74E37CE63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0050"/>
            <a:ext cx="6477000" cy="628650"/>
          </a:xfrm>
        </p:spPr>
        <p:txBody>
          <a:bodyPr xmlns:a="http://schemas.openxmlformats.org/drawingml/2006/main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5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71B55"/>
                </a:solidFill>
                <a:latin typeface="Arial"/>
                <a:ea typeface="Arial"/>
                <a:cs typeface="Arial"/>
              </a:rPr>
              <a:t>Login de Hurry Up</a:t>
            </a:r>
            <a:endParaRPr/>
          </a:p>
        </p:txBody>
      </p:sp>
      <p:sp>
        <p:nvSpPr>
          <p:cNvPr id="3" name="title-rule-31">
            <a:extLst xmlns:a="http://schemas.openxmlformats.org/drawingml/2006/main">
              <a:ext uri="{FF2B5EF4-FFF2-40B4-BE49-F238E27FC236}">
                <a16:creationId xmlns:a16="http://schemas.microsoft.com/office/drawing/2014/main" id="{79DD183E-60CD-4C52-A50E-2B93C40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f572aa0e64298"/>
          <a:stretch xmlns:a="http://schemas.openxmlformats.org/drawingml/2006/main"/>
        </p:blipFill>
        <p:spPr>
          <a:xfrm xmlns:a="http://schemas.openxmlformats.org/drawingml/2006/main">
            <a:off x="7239000" y="459802"/>
            <a:ext cx="1295400" cy="280546"/>
          </a:xfrm>
          <a:prstGeom xmlns:a="http://schemas.openxmlformats.org/drawingml/2006/main" prst="rect">
            <a:avLst/>
          </a:prstGeom>
        </p:spPr>
      </p:pic>
      <p:sp>
        <p:nvSpPr>
          <p:cNvPr id="5" name="footer-line-31">
            <a:extLst xmlns:a="http://schemas.openxmlformats.org/drawingml/2006/main">
              <a:ext uri="{FF2B5EF4-FFF2-40B4-BE49-F238E27FC236}">
                <a16:creationId xmlns:a16="http://schemas.microsoft.com/office/drawing/2014/main" id="{A4719043-A2D1-461B-B880-D9A8CF7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792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brand-31">
            <a:extLst xmlns:a="http://schemas.openxmlformats.org/drawingml/2006/main">
              <a:ext uri="{FF2B5EF4-FFF2-40B4-BE49-F238E27FC236}">
                <a16:creationId xmlns:a16="http://schemas.microsoft.com/office/drawing/2014/main" id="{81BC6FA9-5A14-4E34-A1DF-22EEA67E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B89"/>
                </a:solidFill>
                <a:latin typeface="Arial"/>
                <a:ea typeface="Arial"/>
                <a:cs typeface="Arial"/>
              </a:rPr>
              <a:t>HURRY UP · PROYECTO APT</a:t>
            </a:r>
          </a:p>
        </p:txBody>
      </p:sp>
      <p:sp>
        <p:nvSpPr>
          <p:cNvPr id="7" name="footer-number-31">
            <a:extLst xmlns:a="http://schemas.openxmlformats.org/drawingml/2006/main">
              <a:ext uri="{FF2B5EF4-FFF2-40B4-BE49-F238E27FC236}">
                <a16:creationId xmlns:a16="http://schemas.microsoft.com/office/drawing/2014/main" id="{965D9A97-6CAF-4869-93B7-9A5B1C2F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6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67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8" name="shot-shadow-31">
            <a:extLst xmlns:a="http://schemas.openxmlformats.org/drawingml/2006/main">
              <a:ext uri="{FF2B5EF4-FFF2-40B4-BE49-F238E27FC236}">
                <a16:creationId xmlns:a16="http://schemas.microsoft.com/office/drawing/2014/main" id="{F3DCFF50-7D9B-445F-BDA3-40E6B8A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DD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ot-frame-31">
            <a:extLst xmlns:a="http://schemas.openxmlformats.org/drawingml/2006/main">
              <a:ext uri="{FF2B5EF4-FFF2-40B4-BE49-F238E27FC236}">
                <a16:creationId xmlns:a16="http://schemas.microsoft.com/office/drawing/2014/main" id="{FC9DC534-5AD9-43CD-966B-0CFC5BA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514850"/>
          </a:xfrm>
          <a:prstGeom xmlns:a="http://schemas.openxmlformats.org/drawingml/2006/main" prst="roundRect">
            <a:avLst>
              <a:gd name="adj" fmla="val 4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F2"/>
            </a:solidFill>
            <a:prstDash val="solid"/>
          </a:ln>
        </p:spPr>
      </p:sp>
      <p:sp>
        <p:nvSpPr>
          <p:cNvPr id="10" name="shot-bar-31">
            <a:extLst xmlns:a="http://schemas.openxmlformats.org/drawingml/2006/main">
              <a:ext uri="{FF2B5EF4-FFF2-40B4-BE49-F238E27FC236}">
                <a16:creationId xmlns:a16="http://schemas.microsoft.com/office/drawing/2014/main" id="{5315FE73-3B53-4DA1-80EB-845FAF34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7886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dot-31-0">
            <a:extLst xmlns:a="http://schemas.openxmlformats.org/drawingml/2006/main">
              <a:ext uri="{FF2B5EF4-FFF2-40B4-BE49-F238E27FC236}">
                <a16:creationId xmlns:a16="http://schemas.microsoft.com/office/drawing/2014/main" id="{EB008A2D-CB41-4EEF-8DDA-658FC8BC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ot-dot-31-1">
            <a:extLst xmlns:a="http://schemas.openxmlformats.org/drawingml/2006/main">
              <a:ext uri="{FF2B5EF4-FFF2-40B4-BE49-F238E27FC236}">
                <a16:creationId xmlns:a16="http://schemas.microsoft.com/office/drawing/2014/main" id="{126BAB2A-7A59-47AB-B8A1-3BFAAE7B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ot-dot-31-2">
            <a:extLst xmlns:a="http://schemas.openxmlformats.org/drawingml/2006/main">
              <a:ext uri="{FF2B5EF4-FFF2-40B4-BE49-F238E27FC236}">
                <a16:creationId xmlns:a16="http://schemas.microsoft.com/office/drawing/2014/main" id="{A59D96E6-EFEB-45E0-BBB6-0BD0CD75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19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84809c88d4a36"/>
          <a:stretch xmlns:a="http://schemas.openxmlformats.org/drawingml/2006/main"/>
        </p:blipFill>
        <p:spPr>
          <a:xfrm xmlns:a="http://schemas.openxmlformats.org/drawingml/2006/main">
            <a:off x="685800" y="1858417"/>
            <a:ext cx="7620000" cy="3617415"/>
          </a:xfrm>
          <a:prstGeom xmlns:a="http://schemas.openxmlformats.org/drawingml/2006/main" prst="rect">
            <a:avLst/>
          </a:prstGeom>
        </p:spPr>
      </p:pic>
      <p:sp>
        <p:nvSpPr>
          <p:cNvPr id="15" name="shot-caption-31">
            <a:extLst xmlns:a="http://schemas.openxmlformats.org/drawingml/2006/main">
              <a:ext uri="{FF2B5EF4-FFF2-40B4-BE49-F238E27FC236}">
                <a16:creationId xmlns:a16="http://schemas.microsoft.com/office/drawing/2014/main" id="{E32A687C-F6DC-42C3-9DBA-ED0603FD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E6B8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6B89"/>
                </a:solidFill>
                <a:latin typeface="Arial"/>
                <a:ea typeface="Arial"/>
                <a:cs typeface="Arial"/>
              </a:rPr>
              <a:t>Captura incorporada: Login de Hurry Up</a:t>
            </a:r>
          </a:p>
        </p:txBody>
      </p:sp>
    </p:spTree>
    <p:extLst>
      <p:ext uri="{BB962C8B-B14F-4D97-AF65-F5344CB8AC3E}">
        <p14:creationId xmlns:p14="http://schemas.microsoft.com/office/powerpoint/2010/main" val="26825328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32">
            <a:extLst xmlns:a="http://schemas.openxmlformats.org/drawingml/2006/main">
              <a:ext uri="{FF2B5EF4-FFF2-40B4-BE49-F238E27FC236}">
                <a16:creationId xmlns:a16="http://schemas.microsoft.com/office/drawing/2014/main" id="{0781790B-D5D7-435D-B104-DECC95716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86150" y="24955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spcFirstLastPara="1" wrap="square" lIns="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</a:t>
            </a:r>
            <a:endParaRPr/>
          </a:p>
        </p:txBody>
      </p:sp>
      <p:sp>
        <p:nvSpPr>
          <p:cNvPr id="226" name="closing-blue">
            <a:extLst xmlns:a="http://schemas.openxmlformats.org/drawingml/2006/main">
              <a:ext uri="{FF2B5EF4-FFF2-40B4-BE49-F238E27FC236}">
                <a16:creationId xmlns:a16="http://schemas.microsoft.com/office/drawing/2014/main" id="{EB0B0A15-913B-4061-BFCD-F85032D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logo-back-610-58">
            <a:extLst xmlns:a="http://schemas.openxmlformats.org/drawingml/2006/main">
              <a:ext uri="{FF2B5EF4-FFF2-40B4-BE49-F238E27FC236}">
                <a16:creationId xmlns:a16="http://schemas.microsoft.com/office/drawing/2014/main" id="{8EBDF3B2-17A3-43DA-BA4F-8615743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"/>
            <a:ext cx="22860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384416309455c"/>
          <a:stretch xmlns:a="http://schemas.openxmlformats.org/drawingml/2006/main"/>
        </p:blipFill>
        <p:spPr>
          <a:xfrm xmlns:a="http://schemas.openxmlformats.org/drawingml/2006/main">
            <a:off x="5810250" y="716063"/>
            <a:ext cx="2095500" cy="453824"/>
          </a:xfrm>
          <a:prstGeom xmlns:a="http://schemas.openxmlformats.org/drawingml/2006/main" prst="rect">
            <a:avLst/>
          </a:prstGeom>
        </p:spPr>
      </p:pic>
      <p:sp>
        <p:nvSpPr>
          <p:cNvPr id="229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8B6DE3E-DDAB-4A7D-B5B5-8138CBC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71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DCEA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CEAFF"/>
                </a:solidFill>
                <a:latin typeface="Arial"/>
                <a:ea typeface="Arial"/>
                <a:cs typeface="Arial"/>
              </a:rPr>
              <a:t>Hurry Up · Proyecto APT · Fase 1</a:t>
            </a:r>
          </a:p>
        </p:txBody>
      </p:sp>
      <p:sp>
        <p:nvSpPr>
          <p:cNvPr id="230" name="closing-team">
            <a:extLst xmlns:a="http://schemas.openxmlformats.org/drawingml/2006/main">
              <a:ext uri="{FF2B5EF4-FFF2-40B4-BE49-F238E27FC236}">
                <a16:creationId xmlns:a16="http://schemas.microsoft.com/office/drawing/2014/main" id="{209F1D60-C002-4664-BA33-439CCEA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10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Vicente Heredia  ·  Vicente Bustos</a:t>
            </a:r>
          </a:p>
        </p:txBody>
      </p:sp>
    </p:spTree>
    <p:extLst>
      <p:ext uri="{BB962C8B-B14F-4D97-AF65-F5344CB8AC3E}">
        <p14:creationId xmlns:p14="http://schemas.microsoft.com/office/powerpoint/2010/main" val="404799241"/>
      </p:ext>
    </p:extLst>
  </p:cSld>
</p:sld>
</file>

<file path=ppt/theme/theme1.xml><?xml version="1.0" encoding="utf-8"?>
<a:theme xmlns:a="http://schemas.openxmlformats.org/drawingml/2006/main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UOC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2026-09-03T02:31:45.5500000Z</dcterms:created>
  <dcterms:modified xsi:type="dcterms:W3CDTF">2026-09-03T02:31:45.5500000Z</dcterms:modified>
</coreProperties>
</file>